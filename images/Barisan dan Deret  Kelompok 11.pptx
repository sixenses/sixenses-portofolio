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alanquin Dark Bold" charset="1" panose="020B0804020203020204"/>
      <p:regular r:id="rId19"/>
    </p:embeddedFont>
    <p:embeddedFont>
      <p:font typeface="Glacial Indifference Bold" charset="1" panose="00000800000000000000"/>
      <p:regular r:id="rId20"/>
    </p:embeddedFont>
    <p:embeddedFont>
      <p:font typeface="League Spartan" charset="1" panose="00000800000000000000"/>
      <p:regular r:id="rId21"/>
    </p:embeddedFont>
    <p:embeddedFont>
      <p:font typeface="Montaser Arabic" charset="1" panose="00000500000000000000"/>
      <p:regular r:id="rId22"/>
    </p:embeddedFont>
    <p:embeddedFont>
      <p:font typeface="Montaser Arabic Bold" charset="1" panose="00000800000000000000"/>
      <p:regular r:id="rId23"/>
    </p:embeddedFont>
    <p:embeddedFont>
      <p:font typeface="Betm rounded" charset="1" panose="02000000000000000000"/>
      <p:regular r:id="rId24"/>
    </p:embeddedFont>
    <p:embeddedFont>
      <p:font typeface="Bike Park" charset="1" panose="00000000000000000000"/>
      <p:regular r:id="rId25"/>
    </p:embeddedFont>
    <p:embeddedFont>
      <p:font typeface="Glacial Indifference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15" Target="../media/image30.png" Type="http://schemas.openxmlformats.org/officeDocument/2006/relationships/image"/><Relationship Id="rId16" Target="../media/image31.svg" Type="http://schemas.openxmlformats.org/officeDocument/2006/relationships/image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svg" Type="http://schemas.openxmlformats.org/officeDocument/2006/relationships/image"/><Relationship Id="rId2" Target="../media/image1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2" Target="../media/image1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svg" Type="http://schemas.openxmlformats.org/officeDocument/2006/relationships/image"/><Relationship Id="rId11" Target="../media/image54.png" Type="http://schemas.openxmlformats.org/officeDocument/2006/relationships/image"/><Relationship Id="rId12" Target="../media/image55.png" Type="http://schemas.openxmlformats.org/officeDocument/2006/relationships/image"/><Relationship Id="rId13" Target="../media/image56.pn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svg" Type="http://schemas.openxmlformats.org/officeDocument/2006/relationships/image"/><Relationship Id="rId11" Target="../media/image63.png" Type="http://schemas.openxmlformats.org/officeDocument/2006/relationships/image"/><Relationship Id="rId12" Target="../media/image64.svg" Type="http://schemas.openxmlformats.org/officeDocument/2006/relationships/image"/><Relationship Id="rId13" Target="../media/image65.png" Type="http://schemas.openxmlformats.org/officeDocument/2006/relationships/image"/><Relationship Id="rId2" Target="../media/image1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svg" Type="http://schemas.openxmlformats.org/officeDocument/2006/relationships/image"/><Relationship Id="rId2" Target="../media/image1.jpeg" Type="http://schemas.openxmlformats.org/officeDocument/2006/relationships/image"/><Relationship Id="rId3" Target="../media/image66.png" Type="http://schemas.openxmlformats.org/officeDocument/2006/relationships/image"/><Relationship Id="rId4" Target="../media/image6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68.png" Type="http://schemas.openxmlformats.org/officeDocument/2006/relationships/image"/><Relationship Id="rId8" Target="../media/image69.sv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svg" Type="http://schemas.openxmlformats.org/officeDocument/2006/relationships/image"/><Relationship Id="rId2" Target="../media/image1.jpeg" Type="http://schemas.openxmlformats.org/officeDocument/2006/relationships/image"/><Relationship Id="rId3" Target="../media/image72.png" Type="http://schemas.openxmlformats.org/officeDocument/2006/relationships/image"/><Relationship Id="rId4" Target="../media/image73.svg" Type="http://schemas.openxmlformats.org/officeDocument/2006/relationships/image"/><Relationship Id="rId5" Target="../media/image74.png" Type="http://schemas.openxmlformats.org/officeDocument/2006/relationships/image"/><Relationship Id="rId6" Target="../media/image75.svg" Type="http://schemas.openxmlformats.org/officeDocument/2006/relationships/image"/><Relationship Id="rId7" Target="../media/image76.png" Type="http://schemas.openxmlformats.org/officeDocument/2006/relationships/image"/><Relationship Id="rId8" Target="../media/image77.sv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svg" Type="http://schemas.openxmlformats.org/officeDocument/2006/relationships/image"/><Relationship Id="rId11" Target="../media/image54.png" Type="http://schemas.openxmlformats.org/officeDocument/2006/relationships/image"/><Relationship Id="rId12" Target="../media/image80.pn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svg" Type="http://schemas.openxmlformats.org/officeDocument/2006/relationships/image"/><Relationship Id="rId11" Target="../media/image63.png" Type="http://schemas.openxmlformats.org/officeDocument/2006/relationships/image"/><Relationship Id="rId12" Target="../media/image64.svg" Type="http://schemas.openxmlformats.org/officeDocument/2006/relationships/image"/><Relationship Id="rId13" Target="../media/image65.png" Type="http://schemas.openxmlformats.org/officeDocument/2006/relationships/image"/><Relationship Id="rId14" Target="../media/image80.png" Type="http://schemas.openxmlformats.org/officeDocument/2006/relationships/image"/><Relationship Id="rId2" Target="../media/image1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svg" Type="http://schemas.openxmlformats.org/officeDocument/2006/relationships/image"/><Relationship Id="rId2" Target="../media/image1.jpeg" Type="http://schemas.openxmlformats.org/officeDocument/2006/relationships/image"/><Relationship Id="rId3" Target="../media/image66.png" Type="http://schemas.openxmlformats.org/officeDocument/2006/relationships/image"/><Relationship Id="rId4" Target="../media/image6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68.png" Type="http://schemas.openxmlformats.org/officeDocument/2006/relationships/image"/><Relationship Id="rId8" Target="../media/image69.sv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svg" Type="http://schemas.openxmlformats.org/officeDocument/2006/relationships/image"/><Relationship Id="rId2" Target="../media/image1.jpeg" Type="http://schemas.openxmlformats.org/officeDocument/2006/relationships/image"/><Relationship Id="rId3" Target="../media/image72.png" Type="http://schemas.openxmlformats.org/officeDocument/2006/relationships/image"/><Relationship Id="rId4" Target="../media/image73.svg" Type="http://schemas.openxmlformats.org/officeDocument/2006/relationships/image"/><Relationship Id="rId5" Target="../media/image74.png" Type="http://schemas.openxmlformats.org/officeDocument/2006/relationships/image"/><Relationship Id="rId6" Target="../media/image75.svg" Type="http://schemas.openxmlformats.org/officeDocument/2006/relationships/image"/><Relationship Id="rId7" Target="../media/image76.png" Type="http://schemas.openxmlformats.org/officeDocument/2006/relationships/image"/><Relationship Id="rId8" Target="../media/image77.sv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5.png" Type="http://schemas.openxmlformats.org/officeDocument/2006/relationships/image"/><Relationship Id="rId12" Target="../media/image86.svg" Type="http://schemas.openxmlformats.org/officeDocument/2006/relationships/image"/><Relationship Id="rId13" Target="../media/image87.png" Type="http://schemas.openxmlformats.org/officeDocument/2006/relationships/image"/><Relationship Id="rId14" Target="../media/image88.svg" Type="http://schemas.openxmlformats.org/officeDocument/2006/relationships/image"/><Relationship Id="rId2" Target="../media/image1.jpeg" Type="http://schemas.openxmlformats.org/officeDocument/2006/relationships/image"/><Relationship Id="rId3" Target="../media/image81.png" Type="http://schemas.openxmlformats.org/officeDocument/2006/relationships/image"/><Relationship Id="rId4" Target="../media/image82.svg" Type="http://schemas.openxmlformats.org/officeDocument/2006/relationships/image"/><Relationship Id="rId5" Target="../media/image83.png" Type="http://schemas.openxmlformats.org/officeDocument/2006/relationships/image"/><Relationship Id="rId6" Target="../media/image84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Relationship Id="rId9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19157">
            <a:off x="-368480" y="-482877"/>
            <a:ext cx="3704440" cy="3435026"/>
          </a:xfrm>
          <a:custGeom>
            <a:avLst/>
            <a:gdLst/>
            <a:ahLst/>
            <a:cxnLst/>
            <a:rect r="r" b="b" t="t" l="l"/>
            <a:pathLst>
              <a:path h="3435026" w="3704440">
                <a:moveTo>
                  <a:pt x="0" y="0"/>
                </a:moveTo>
                <a:lnTo>
                  <a:pt x="3704439" y="0"/>
                </a:lnTo>
                <a:lnTo>
                  <a:pt x="3704439" y="3435026"/>
                </a:lnTo>
                <a:lnTo>
                  <a:pt x="0" y="3435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641635">
            <a:off x="9425047" y="8967507"/>
            <a:ext cx="1870381" cy="2638986"/>
          </a:xfrm>
          <a:custGeom>
            <a:avLst/>
            <a:gdLst/>
            <a:ahLst/>
            <a:cxnLst/>
            <a:rect r="r" b="b" t="t" l="l"/>
            <a:pathLst>
              <a:path h="2638986" w="1870381">
                <a:moveTo>
                  <a:pt x="0" y="0"/>
                </a:moveTo>
                <a:lnTo>
                  <a:pt x="1870381" y="0"/>
                </a:lnTo>
                <a:lnTo>
                  <a:pt x="1870381" y="2638986"/>
                </a:lnTo>
                <a:lnTo>
                  <a:pt x="0" y="26389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92659">
            <a:off x="-3222765" y="8381879"/>
            <a:ext cx="8980748" cy="1964539"/>
          </a:xfrm>
          <a:custGeom>
            <a:avLst/>
            <a:gdLst/>
            <a:ahLst/>
            <a:cxnLst/>
            <a:rect r="r" b="b" t="t" l="l"/>
            <a:pathLst>
              <a:path h="1964539" w="8980748">
                <a:moveTo>
                  <a:pt x="0" y="0"/>
                </a:moveTo>
                <a:lnTo>
                  <a:pt x="8980748" y="0"/>
                </a:lnTo>
                <a:lnTo>
                  <a:pt x="8980748" y="1964539"/>
                </a:lnTo>
                <a:lnTo>
                  <a:pt x="0" y="19645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418983">
            <a:off x="14310643" y="6065438"/>
            <a:ext cx="5468501" cy="6385723"/>
          </a:xfrm>
          <a:custGeom>
            <a:avLst/>
            <a:gdLst/>
            <a:ahLst/>
            <a:cxnLst/>
            <a:rect r="r" b="b" t="t" l="l"/>
            <a:pathLst>
              <a:path h="6385723" w="5468501">
                <a:moveTo>
                  <a:pt x="0" y="0"/>
                </a:moveTo>
                <a:lnTo>
                  <a:pt x="5468501" y="0"/>
                </a:lnTo>
                <a:lnTo>
                  <a:pt x="5468501" y="6385724"/>
                </a:lnTo>
                <a:lnTo>
                  <a:pt x="0" y="63857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808284">
            <a:off x="1224163" y="3957511"/>
            <a:ext cx="1593955" cy="1605632"/>
          </a:xfrm>
          <a:custGeom>
            <a:avLst/>
            <a:gdLst/>
            <a:ahLst/>
            <a:cxnLst/>
            <a:rect r="r" b="b" t="t" l="l"/>
            <a:pathLst>
              <a:path h="1605632" w="1593955">
                <a:moveTo>
                  <a:pt x="0" y="0"/>
                </a:moveTo>
                <a:lnTo>
                  <a:pt x="1593955" y="0"/>
                </a:lnTo>
                <a:lnTo>
                  <a:pt x="1593955" y="1605632"/>
                </a:lnTo>
                <a:lnTo>
                  <a:pt x="0" y="160563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06405">
            <a:off x="12458248" y="264919"/>
            <a:ext cx="7315200" cy="1417320"/>
          </a:xfrm>
          <a:custGeom>
            <a:avLst/>
            <a:gdLst/>
            <a:ahLst/>
            <a:cxnLst/>
            <a:rect r="r" b="b" t="t" l="l"/>
            <a:pathLst>
              <a:path h="1417320" w="7315200">
                <a:moveTo>
                  <a:pt x="0" y="0"/>
                </a:moveTo>
                <a:lnTo>
                  <a:pt x="7315200" y="0"/>
                </a:lnTo>
                <a:lnTo>
                  <a:pt x="7315200" y="1417320"/>
                </a:lnTo>
                <a:lnTo>
                  <a:pt x="0" y="14173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2182915">
            <a:off x="5641251" y="-761385"/>
            <a:ext cx="2123400" cy="2123400"/>
          </a:xfrm>
          <a:custGeom>
            <a:avLst/>
            <a:gdLst/>
            <a:ahLst/>
            <a:cxnLst/>
            <a:rect r="r" b="b" t="t" l="l"/>
            <a:pathLst>
              <a:path h="2123400" w="2123400">
                <a:moveTo>
                  <a:pt x="0" y="0"/>
                </a:moveTo>
                <a:lnTo>
                  <a:pt x="2123401" y="0"/>
                </a:lnTo>
                <a:lnTo>
                  <a:pt x="2123401" y="2123400"/>
                </a:lnTo>
                <a:lnTo>
                  <a:pt x="0" y="21234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021913">
            <a:off x="15349660" y="3469220"/>
            <a:ext cx="1195734" cy="1319431"/>
          </a:xfrm>
          <a:custGeom>
            <a:avLst/>
            <a:gdLst/>
            <a:ahLst/>
            <a:cxnLst/>
            <a:rect r="r" b="b" t="t" l="l"/>
            <a:pathLst>
              <a:path h="1319431" w="1195734">
                <a:moveTo>
                  <a:pt x="0" y="0"/>
                </a:moveTo>
                <a:lnTo>
                  <a:pt x="1195734" y="0"/>
                </a:lnTo>
                <a:lnTo>
                  <a:pt x="1195734" y="1319431"/>
                </a:lnTo>
                <a:lnTo>
                  <a:pt x="0" y="131943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964070" y="5928070"/>
            <a:ext cx="6359860" cy="1080759"/>
            <a:chOff x="0" y="0"/>
            <a:chExt cx="1307163" cy="2221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07163" cy="222132"/>
            </a:xfrm>
            <a:custGeom>
              <a:avLst/>
              <a:gdLst/>
              <a:ahLst/>
              <a:cxnLst/>
              <a:rect r="r" b="b" t="t" l="l"/>
              <a:pathLst>
                <a:path h="222132" w="1307163">
                  <a:moveTo>
                    <a:pt x="30433" y="0"/>
                  </a:moveTo>
                  <a:lnTo>
                    <a:pt x="1276731" y="0"/>
                  </a:lnTo>
                  <a:cubicBezTo>
                    <a:pt x="1284802" y="0"/>
                    <a:pt x="1292543" y="3206"/>
                    <a:pt x="1298250" y="8914"/>
                  </a:cubicBezTo>
                  <a:cubicBezTo>
                    <a:pt x="1303957" y="14621"/>
                    <a:pt x="1307163" y="22361"/>
                    <a:pt x="1307163" y="30433"/>
                  </a:cubicBezTo>
                  <a:lnTo>
                    <a:pt x="1307163" y="191699"/>
                  </a:lnTo>
                  <a:cubicBezTo>
                    <a:pt x="1307163" y="199771"/>
                    <a:pt x="1303957" y="207511"/>
                    <a:pt x="1298250" y="213218"/>
                  </a:cubicBezTo>
                  <a:cubicBezTo>
                    <a:pt x="1292543" y="218926"/>
                    <a:pt x="1284802" y="222132"/>
                    <a:pt x="1276731" y="222132"/>
                  </a:cubicBezTo>
                  <a:lnTo>
                    <a:pt x="30433" y="222132"/>
                  </a:lnTo>
                  <a:cubicBezTo>
                    <a:pt x="22361" y="222132"/>
                    <a:pt x="14621" y="218926"/>
                    <a:pt x="8914" y="213218"/>
                  </a:cubicBezTo>
                  <a:cubicBezTo>
                    <a:pt x="3206" y="207511"/>
                    <a:pt x="0" y="199771"/>
                    <a:pt x="0" y="191699"/>
                  </a:cubicBezTo>
                  <a:lnTo>
                    <a:pt x="0" y="30433"/>
                  </a:lnTo>
                  <a:cubicBezTo>
                    <a:pt x="0" y="22361"/>
                    <a:pt x="3206" y="14621"/>
                    <a:pt x="8914" y="8914"/>
                  </a:cubicBezTo>
                  <a:cubicBezTo>
                    <a:pt x="14621" y="3206"/>
                    <a:pt x="22361" y="0"/>
                    <a:pt x="30433" y="0"/>
                  </a:cubicBezTo>
                  <a:close/>
                </a:path>
              </a:pathLst>
            </a:custGeom>
            <a:solidFill>
              <a:srgbClr val="09050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307163" cy="250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964070" y="5756704"/>
            <a:ext cx="6359860" cy="1080759"/>
            <a:chOff x="0" y="0"/>
            <a:chExt cx="1307163" cy="2221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07163" cy="222132"/>
            </a:xfrm>
            <a:custGeom>
              <a:avLst/>
              <a:gdLst/>
              <a:ahLst/>
              <a:cxnLst/>
              <a:rect r="r" b="b" t="t" l="l"/>
              <a:pathLst>
                <a:path h="222132" w="1307163">
                  <a:moveTo>
                    <a:pt x="30433" y="0"/>
                  </a:moveTo>
                  <a:lnTo>
                    <a:pt x="1276731" y="0"/>
                  </a:lnTo>
                  <a:cubicBezTo>
                    <a:pt x="1284802" y="0"/>
                    <a:pt x="1292543" y="3206"/>
                    <a:pt x="1298250" y="8914"/>
                  </a:cubicBezTo>
                  <a:cubicBezTo>
                    <a:pt x="1303957" y="14621"/>
                    <a:pt x="1307163" y="22361"/>
                    <a:pt x="1307163" y="30433"/>
                  </a:cubicBezTo>
                  <a:lnTo>
                    <a:pt x="1307163" y="191699"/>
                  </a:lnTo>
                  <a:cubicBezTo>
                    <a:pt x="1307163" y="199771"/>
                    <a:pt x="1303957" y="207511"/>
                    <a:pt x="1298250" y="213218"/>
                  </a:cubicBezTo>
                  <a:cubicBezTo>
                    <a:pt x="1292543" y="218926"/>
                    <a:pt x="1284802" y="222132"/>
                    <a:pt x="1276731" y="222132"/>
                  </a:cubicBezTo>
                  <a:lnTo>
                    <a:pt x="30433" y="222132"/>
                  </a:lnTo>
                  <a:cubicBezTo>
                    <a:pt x="22361" y="222132"/>
                    <a:pt x="14621" y="218926"/>
                    <a:pt x="8914" y="213218"/>
                  </a:cubicBezTo>
                  <a:cubicBezTo>
                    <a:pt x="3206" y="207511"/>
                    <a:pt x="0" y="199771"/>
                    <a:pt x="0" y="191699"/>
                  </a:cubicBezTo>
                  <a:lnTo>
                    <a:pt x="0" y="30433"/>
                  </a:lnTo>
                  <a:cubicBezTo>
                    <a:pt x="0" y="22361"/>
                    <a:pt x="3206" y="14621"/>
                    <a:pt x="8914" y="8914"/>
                  </a:cubicBezTo>
                  <a:cubicBezTo>
                    <a:pt x="14621" y="3206"/>
                    <a:pt x="22361" y="0"/>
                    <a:pt x="30433" y="0"/>
                  </a:cubicBezTo>
                  <a:close/>
                </a:path>
              </a:pathLst>
            </a:custGeom>
            <a:solidFill>
              <a:srgbClr val="ECC02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307163" cy="250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861429" y="3232975"/>
            <a:ext cx="12565141" cy="235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3"/>
              </a:lnSpc>
              <a:spcBef>
                <a:spcPct val="0"/>
              </a:spcBef>
            </a:pPr>
            <a:r>
              <a:rPr lang="en-US" b="true" sz="9926">
                <a:solidFill>
                  <a:srgbClr val="613192"/>
                </a:solidFill>
                <a:latin typeface="Palanquin Dark Bold"/>
                <a:ea typeface="Palanquin Dark Bold"/>
                <a:cs typeface="Palanquin Dark Bold"/>
                <a:sym typeface="Palanquin Dark Bold"/>
              </a:rPr>
              <a:t>BARISAN DAN DERET ARITMATIKA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42703" y="5684774"/>
            <a:ext cx="8602595" cy="1014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b="true" sz="5893">
                <a:solidFill>
                  <a:srgbClr val="FFFBF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Kelompok 11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59765" y="2307145"/>
            <a:ext cx="10299300" cy="127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50"/>
              </a:lnSpc>
              <a:spcBef>
                <a:spcPct val="0"/>
              </a:spcBef>
            </a:pPr>
            <a:r>
              <a:rPr lang="en-US" b="true" sz="7464">
                <a:solidFill>
                  <a:srgbClr val="613192"/>
                </a:solidFill>
                <a:latin typeface="Palanquin Dark Bold"/>
                <a:ea typeface="Palanquin Dark Bold"/>
                <a:cs typeface="Palanquin Dark Bold"/>
                <a:sym typeface="Palanquin Dark Bold"/>
              </a:rPr>
              <a:t>ANGGOTA KELOMPOK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2425956" y="-292924"/>
            <a:ext cx="7315200" cy="2340864"/>
          </a:xfrm>
          <a:custGeom>
            <a:avLst/>
            <a:gdLst/>
            <a:ahLst/>
            <a:cxnLst/>
            <a:rect r="r" b="b" t="t" l="l"/>
            <a:pathLst>
              <a:path h="2340864" w="7315200">
                <a:moveTo>
                  <a:pt x="0" y="0"/>
                </a:moveTo>
                <a:lnTo>
                  <a:pt x="7315200" y="0"/>
                </a:lnTo>
                <a:lnTo>
                  <a:pt x="7315200" y="2340864"/>
                </a:lnTo>
                <a:lnTo>
                  <a:pt x="0" y="23408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78794" y="2450020"/>
            <a:ext cx="1748124" cy="1792947"/>
          </a:xfrm>
          <a:custGeom>
            <a:avLst/>
            <a:gdLst/>
            <a:ahLst/>
            <a:cxnLst/>
            <a:rect r="r" b="b" t="t" l="l"/>
            <a:pathLst>
              <a:path h="1792947" w="1748124">
                <a:moveTo>
                  <a:pt x="0" y="0"/>
                </a:moveTo>
                <a:lnTo>
                  <a:pt x="1748124" y="0"/>
                </a:lnTo>
                <a:lnTo>
                  <a:pt x="1748124" y="1792947"/>
                </a:lnTo>
                <a:lnTo>
                  <a:pt x="0" y="17929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1563" y="7236340"/>
            <a:ext cx="1712170" cy="1635123"/>
          </a:xfrm>
          <a:custGeom>
            <a:avLst/>
            <a:gdLst/>
            <a:ahLst/>
            <a:cxnLst/>
            <a:rect r="r" b="b" t="t" l="l"/>
            <a:pathLst>
              <a:path h="1635123" w="1712170">
                <a:moveTo>
                  <a:pt x="0" y="0"/>
                </a:moveTo>
                <a:lnTo>
                  <a:pt x="1712171" y="0"/>
                </a:lnTo>
                <a:lnTo>
                  <a:pt x="1712171" y="1635123"/>
                </a:lnTo>
                <a:lnTo>
                  <a:pt x="0" y="16351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007959" y="8647393"/>
            <a:ext cx="5251341" cy="2511096"/>
          </a:xfrm>
          <a:custGeom>
            <a:avLst/>
            <a:gdLst/>
            <a:ahLst/>
            <a:cxnLst/>
            <a:rect r="r" b="b" t="t" l="l"/>
            <a:pathLst>
              <a:path h="2511096" w="5251341">
                <a:moveTo>
                  <a:pt x="0" y="0"/>
                </a:moveTo>
                <a:lnTo>
                  <a:pt x="5251341" y="0"/>
                </a:lnTo>
                <a:lnTo>
                  <a:pt x="5251341" y="2511096"/>
                </a:lnTo>
                <a:lnTo>
                  <a:pt x="0" y="25110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691913" y="3247625"/>
            <a:ext cx="5385873" cy="4362557"/>
          </a:xfrm>
          <a:custGeom>
            <a:avLst/>
            <a:gdLst/>
            <a:ahLst/>
            <a:cxnLst/>
            <a:rect r="r" b="b" t="t" l="l"/>
            <a:pathLst>
              <a:path h="4362557" w="5385873">
                <a:moveTo>
                  <a:pt x="0" y="0"/>
                </a:moveTo>
                <a:lnTo>
                  <a:pt x="5385873" y="0"/>
                </a:lnTo>
                <a:lnTo>
                  <a:pt x="5385873" y="4362557"/>
                </a:lnTo>
                <a:lnTo>
                  <a:pt x="0" y="43625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926037" y="9258300"/>
            <a:ext cx="7315200" cy="1773936"/>
          </a:xfrm>
          <a:custGeom>
            <a:avLst/>
            <a:gdLst/>
            <a:ahLst/>
            <a:cxnLst/>
            <a:rect r="r" b="b" t="t" l="l"/>
            <a:pathLst>
              <a:path h="1773936" w="7315200">
                <a:moveTo>
                  <a:pt x="0" y="0"/>
                </a:moveTo>
                <a:lnTo>
                  <a:pt x="7315200" y="0"/>
                </a:lnTo>
                <a:lnTo>
                  <a:pt x="7315200" y="1773936"/>
                </a:lnTo>
                <a:lnTo>
                  <a:pt x="0" y="17739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6421039">
            <a:off x="-1198441" y="-2245591"/>
            <a:ext cx="5176370" cy="3689340"/>
          </a:xfrm>
          <a:custGeom>
            <a:avLst/>
            <a:gdLst/>
            <a:ahLst/>
            <a:cxnLst/>
            <a:rect r="r" b="b" t="t" l="l"/>
            <a:pathLst>
              <a:path h="3689340" w="5176370">
                <a:moveTo>
                  <a:pt x="0" y="0"/>
                </a:moveTo>
                <a:lnTo>
                  <a:pt x="5176371" y="0"/>
                </a:lnTo>
                <a:lnTo>
                  <a:pt x="5176371" y="3689341"/>
                </a:lnTo>
                <a:lnTo>
                  <a:pt x="0" y="368934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2259765" y="3872569"/>
            <a:ext cx="4812106" cy="928068"/>
            <a:chOff x="0" y="0"/>
            <a:chExt cx="2167484" cy="418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67484" cy="418024"/>
            </a:xfrm>
            <a:custGeom>
              <a:avLst/>
              <a:gdLst/>
              <a:ahLst/>
              <a:cxnLst/>
              <a:rect r="r" b="b" t="t" l="l"/>
              <a:pathLst>
                <a:path h="418024" w="2167484">
                  <a:moveTo>
                    <a:pt x="40221" y="0"/>
                  </a:moveTo>
                  <a:lnTo>
                    <a:pt x="2127263" y="0"/>
                  </a:lnTo>
                  <a:cubicBezTo>
                    <a:pt x="2149477" y="0"/>
                    <a:pt x="2167484" y="18008"/>
                    <a:pt x="2167484" y="40221"/>
                  </a:cubicBezTo>
                  <a:lnTo>
                    <a:pt x="2167484" y="377802"/>
                  </a:lnTo>
                  <a:cubicBezTo>
                    <a:pt x="2167484" y="400016"/>
                    <a:pt x="2149477" y="418024"/>
                    <a:pt x="2127263" y="418024"/>
                  </a:cubicBezTo>
                  <a:lnTo>
                    <a:pt x="40221" y="418024"/>
                  </a:lnTo>
                  <a:cubicBezTo>
                    <a:pt x="29554" y="418024"/>
                    <a:pt x="19323" y="413786"/>
                    <a:pt x="11780" y="406243"/>
                  </a:cubicBezTo>
                  <a:cubicBezTo>
                    <a:pt x="4238" y="398700"/>
                    <a:pt x="0" y="388470"/>
                    <a:pt x="0" y="377802"/>
                  </a:cubicBezTo>
                  <a:lnTo>
                    <a:pt x="0" y="40221"/>
                  </a:lnTo>
                  <a:cubicBezTo>
                    <a:pt x="0" y="18008"/>
                    <a:pt x="18008" y="0"/>
                    <a:pt x="40221" y="0"/>
                  </a:cubicBezTo>
                  <a:close/>
                </a:path>
              </a:pathLst>
            </a:custGeom>
            <a:solidFill>
              <a:srgbClr val="09050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67484" cy="446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59765" y="3716137"/>
            <a:ext cx="4812106" cy="986577"/>
            <a:chOff x="0" y="0"/>
            <a:chExt cx="2167484" cy="4443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67484" cy="444377"/>
            </a:xfrm>
            <a:custGeom>
              <a:avLst/>
              <a:gdLst/>
              <a:ahLst/>
              <a:cxnLst/>
              <a:rect r="r" b="b" t="t" l="l"/>
              <a:pathLst>
                <a:path h="444377" w="2167484">
                  <a:moveTo>
                    <a:pt x="40221" y="0"/>
                  </a:moveTo>
                  <a:lnTo>
                    <a:pt x="2127263" y="0"/>
                  </a:lnTo>
                  <a:cubicBezTo>
                    <a:pt x="2149477" y="0"/>
                    <a:pt x="2167484" y="18008"/>
                    <a:pt x="2167484" y="40221"/>
                  </a:cubicBezTo>
                  <a:lnTo>
                    <a:pt x="2167484" y="404156"/>
                  </a:lnTo>
                  <a:cubicBezTo>
                    <a:pt x="2167484" y="426370"/>
                    <a:pt x="2149477" y="444377"/>
                    <a:pt x="2127263" y="444377"/>
                  </a:cubicBezTo>
                  <a:lnTo>
                    <a:pt x="40221" y="444377"/>
                  </a:lnTo>
                  <a:cubicBezTo>
                    <a:pt x="29554" y="444377"/>
                    <a:pt x="19323" y="440140"/>
                    <a:pt x="11780" y="432597"/>
                  </a:cubicBezTo>
                  <a:cubicBezTo>
                    <a:pt x="4238" y="425054"/>
                    <a:pt x="0" y="414824"/>
                    <a:pt x="0" y="404156"/>
                  </a:cubicBezTo>
                  <a:lnTo>
                    <a:pt x="0" y="40221"/>
                  </a:lnTo>
                  <a:cubicBezTo>
                    <a:pt x="0" y="18008"/>
                    <a:pt x="18008" y="0"/>
                    <a:pt x="40221" y="0"/>
                  </a:cubicBezTo>
                  <a:close/>
                </a:path>
              </a:pathLst>
            </a:custGeom>
            <a:solidFill>
              <a:srgbClr val="FE5D4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167484" cy="472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789546" y="3835172"/>
            <a:ext cx="3752544" cy="7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6"/>
              </a:lnSpc>
              <a:spcBef>
                <a:spcPct val="0"/>
              </a:spcBef>
            </a:pPr>
            <a:r>
              <a:rPr lang="en-US" sz="458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Christiano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594298" y="3872569"/>
            <a:ext cx="4812106" cy="928068"/>
            <a:chOff x="0" y="0"/>
            <a:chExt cx="2167484" cy="4180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67484" cy="418024"/>
            </a:xfrm>
            <a:custGeom>
              <a:avLst/>
              <a:gdLst/>
              <a:ahLst/>
              <a:cxnLst/>
              <a:rect r="r" b="b" t="t" l="l"/>
              <a:pathLst>
                <a:path h="418024" w="2167484">
                  <a:moveTo>
                    <a:pt x="40221" y="0"/>
                  </a:moveTo>
                  <a:lnTo>
                    <a:pt x="2127263" y="0"/>
                  </a:lnTo>
                  <a:cubicBezTo>
                    <a:pt x="2149477" y="0"/>
                    <a:pt x="2167484" y="18008"/>
                    <a:pt x="2167484" y="40221"/>
                  </a:cubicBezTo>
                  <a:lnTo>
                    <a:pt x="2167484" y="377802"/>
                  </a:lnTo>
                  <a:cubicBezTo>
                    <a:pt x="2167484" y="400016"/>
                    <a:pt x="2149477" y="418024"/>
                    <a:pt x="2127263" y="418024"/>
                  </a:cubicBezTo>
                  <a:lnTo>
                    <a:pt x="40221" y="418024"/>
                  </a:lnTo>
                  <a:cubicBezTo>
                    <a:pt x="29554" y="418024"/>
                    <a:pt x="19323" y="413786"/>
                    <a:pt x="11780" y="406243"/>
                  </a:cubicBezTo>
                  <a:cubicBezTo>
                    <a:pt x="4238" y="398700"/>
                    <a:pt x="0" y="388470"/>
                    <a:pt x="0" y="377802"/>
                  </a:cubicBezTo>
                  <a:lnTo>
                    <a:pt x="0" y="40221"/>
                  </a:lnTo>
                  <a:cubicBezTo>
                    <a:pt x="0" y="18008"/>
                    <a:pt x="18008" y="0"/>
                    <a:pt x="40221" y="0"/>
                  </a:cubicBezTo>
                  <a:close/>
                </a:path>
              </a:pathLst>
            </a:custGeom>
            <a:solidFill>
              <a:srgbClr val="09050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167484" cy="446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594298" y="3716137"/>
            <a:ext cx="4812106" cy="986577"/>
            <a:chOff x="0" y="0"/>
            <a:chExt cx="2167484" cy="4443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67484" cy="444377"/>
            </a:xfrm>
            <a:custGeom>
              <a:avLst/>
              <a:gdLst/>
              <a:ahLst/>
              <a:cxnLst/>
              <a:rect r="r" b="b" t="t" l="l"/>
              <a:pathLst>
                <a:path h="444377" w="2167484">
                  <a:moveTo>
                    <a:pt x="40221" y="0"/>
                  </a:moveTo>
                  <a:lnTo>
                    <a:pt x="2127263" y="0"/>
                  </a:lnTo>
                  <a:cubicBezTo>
                    <a:pt x="2149477" y="0"/>
                    <a:pt x="2167484" y="18008"/>
                    <a:pt x="2167484" y="40221"/>
                  </a:cubicBezTo>
                  <a:lnTo>
                    <a:pt x="2167484" y="404156"/>
                  </a:lnTo>
                  <a:cubicBezTo>
                    <a:pt x="2167484" y="426370"/>
                    <a:pt x="2149477" y="444377"/>
                    <a:pt x="2127263" y="444377"/>
                  </a:cubicBezTo>
                  <a:lnTo>
                    <a:pt x="40221" y="444377"/>
                  </a:lnTo>
                  <a:cubicBezTo>
                    <a:pt x="29554" y="444377"/>
                    <a:pt x="19323" y="440140"/>
                    <a:pt x="11780" y="432597"/>
                  </a:cubicBezTo>
                  <a:cubicBezTo>
                    <a:pt x="4238" y="425054"/>
                    <a:pt x="0" y="414824"/>
                    <a:pt x="0" y="404156"/>
                  </a:cubicBezTo>
                  <a:lnTo>
                    <a:pt x="0" y="40221"/>
                  </a:lnTo>
                  <a:cubicBezTo>
                    <a:pt x="0" y="18008"/>
                    <a:pt x="18008" y="0"/>
                    <a:pt x="40221" y="0"/>
                  </a:cubicBezTo>
                  <a:close/>
                </a:path>
              </a:pathLst>
            </a:custGeom>
            <a:solidFill>
              <a:srgbClr val="ECC02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167484" cy="472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259765" y="5090420"/>
            <a:ext cx="4812106" cy="928068"/>
            <a:chOff x="0" y="0"/>
            <a:chExt cx="2167484" cy="4180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67484" cy="418024"/>
            </a:xfrm>
            <a:custGeom>
              <a:avLst/>
              <a:gdLst/>
              <a:ahLst/>
              <a:cxnLst/>
              <a:rect r="r" b="b" t="t" l="l"/>
              <a:pathLst>
                <a:path h="418024" w="2167484">
                  <a:moveTo>
                    <a:pt x="40221" y="0"/>
                  </a:moveTo>
                  <a:lnTo>
                    <a:pt x="2127263" y="0"/>
                  </a:lnTo>
                  <a:cubicBezTo>
                    <a:pt x="2149477" y="0"/>
                    <a:pt x="2167484" y="18008"/>
                    <a:pt x="2167484" y="40221"/>
                  </a:cubicBezTo>
                  <a:lnTo>
                    <a:pt x="2167484" y="377802"/>
                  </a:lnTo>
                  <a:cubicBezTo>
                    <a:pt x="2167484" y="400016"/>
                    <a:pt x="2149477" y="418024"/>
                    <a:pt x="2127263" y="418024"/>
                  </a:cubicBezTo>
                  <a:lnTo>
                    <a:pt x="40221" y="418024"/>
                  </a:lnTo>
                  <a:cubicBezTo>
                    <a:pt x="29554" y="418024"/>
                    <a:pt x="19323" y="413786"/>
                    <a:pt x="11780" y="406243"/>
                  </a:cubicBezTo>
                  <a:cubicBezTo>
                    <a:pt x="4238" y="398700"/>
                    <a:pt x="0" y="388470"/>
                    <a:pt x="0" y="377802"/>
                  </a:cubicBezTo>
                  <a:lnTo>
                    <a:pt x="0" y="40221"/>
                  </a:lnTo>
                  <a:cubicBezTo>
                    <a:pt x="0" y="18008"/>
                    <a:pt x="18008" y="0"/>
                    <a:pt x="40221" y="0"/>
                  </a:cubicBezTo>
                  <a:close/>
                </a:path>
              </a:pathLst>
            </a:custGeom>
            <a:solidFill>
              <a:srgbClr val="09050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167484" cy="446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259765" y="4933988"/>
            <a:ext cx="4812106" cy="986577"/>
            <a:chOff x="0" y="0"/>
            <a:chExt cx="2167484" cy="44437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67484" cy="444377"/>
            </a:xfrm>
            <a:custGeom>
              <a:avLst/>
              <a:gdLst/>
              <a:ahLst/>
              <a:cxnLst/>
              <a:rect r="r" b="b" t="t" l="l"/>
              <a:pathLst>
                <a:path h="444377" w="2167484">
                  <a:moveTo>
                    <a:pt x="40221" y="0"/>
                  </a:moveTo>
                  <a:lnTo>
                    <a:pt x="2127263" y="0"/>
                  </a:lnTo>
                  <a:cubicBezTo>
                    <a:pt x="2149477" y="0"/>
                    <a:pt x="2167484" y="18008"/>
                    <a:pt x="2167484" y="40221"/>
                  </a:cubicBezTo>
                  <a:lnTo>
                    <a:pt x="2167484" y="404156"/>
                  </a:lnTo>
                  <a:cubicBezTo>
                    <a:pt x="2167484" y="426370"/>
                    <a:pt x="2149477" y="444377"/>
                    <a:pt x="2127263" y="444377"/>
                  </a:cubicBezTo>
                  <a:lnTo>
                    <a:pt x="40221" y="444377"/>
                  </a:lnTo>
                  <a:cubicBezTo>
                    <a:pt x="29554" y="444377"/>
                    <a:pt x="19323" y="440140"/>
                    <a:pt x="11780" y="432597"/>
                  </a:cubicBezTo>
                  <a:cubicBezTo>
                    <a:pt x="4238" y="425054"/>
                    <a:pt x="0" y="414824"/>
                    <a:pt x="0" y="404156"/>
                  </a:cubicBezTo>
                  <a:lnTo>
                    <a:pt x="0" y="40221"/>
                  </a:lnTo>
                  <a:cubicBezTo>
                    <a:pt x="0" y="18008"/>
                    <a:pt x="18008" y="0"/>
                    <a:pt x="40221" y="0"/>
                  </a:cubicBezTo>
                  <a:close/>
                </a:path>
              </a:pathLst>
            </a:custGeom>
            <a:solidFill>
              <a:srgbClr val="ECC02C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167484" cy="472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594298" y="5090420"/>
            <a:ext cx="4812106" cy="928068"/>
            <a:chOff x="0" y="0"/>
            <a:chExt cx="2167484" cy="4180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67484" cy="418024"/>
            </a:xfrm>
            <a:custGeom>
              <a:avLst/>
              <a:gdLst/>
              <a:ahLst/>
              <a:cxnLst/>
              <a:rect r="r" b="b" t="t" l="l"/>
              <a:pathLst>
                <a:path h="418024" w="2167484">
                  <a:moveTo>
                    <a:pt x="40221" y="0"/>
                  </a:moveTo>
                  <a:lnTo>
                    <a:pt x="2127263" y="0"/>
                  </a:lnTo>
                  <a:cubicBezTo>
                    <a:pt x="2149477" y="0"/>
                    <a:pt x="2167484" y="18008"/>
                    <a:pt x="2167484" y="40221"/>
                  </a:cubicBezTo>
                  <a:lnTo>
                    <a:pt x="2167484" y="377802"/>
                  </a:lnTo>
                  <a:cubicBezTo>
                    <a:pt x="2167484" y="400016"/>
                    <a:pt x="2149477" y="418024"/>
                    <a:pt x="2127263" y="418024"/>
                  </a:cubicBezTo>
                  <a:lnTo>
                    <a:pt x="40221" y="418024"/>
                  </a:lnTo>
                  <a:cubicBezTo>
                    <a:pt x="29554" y="418024"/>
                    <a:pt x="19323" y="413786"/>
                    <a:pt x="11780" y="406243"/>
                  </a:cubicBezTo>
                  <a:cubicBezTo>
                    <a:pt x="4238" y="398700"/>
                    <a:pt x="0" y="388470"/>
                    <a:pt x="0" y="377802"/>
                  </a:cubicBezTo>
                  <a:lnTo>
                    <a:pt x="0" y="40221"/>
                  </a:lnTo>
                  <a:cubicBezTo>
                    <a:pt x="0" y="18008"/>
                    <a:pt x="18008" y="0"/>
                    <a:pt x="40221" y="0"/>
                  </a:cubicBezTo>
                  <a:close/>
                </a:path>
              </a:pathLst>
            </a:custGeom>
            <a:solidFill>
              <a:srgbClr val="090505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167484" cy="446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594298" y="4933988"/>
            <a:ext cx="4812106" cy="986577"/>
            <a:chOff x="0" y="0"/>
            <a:chExt cx="2167484" cy="44437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67484" cy="444377"/>
            </a:xfrm>
            <a:custGeom>
              <a:avLst/>
              <a:gdLst/>
              <a:ahLst/>
              <a:cxnLst/>
              <a:rect r="r" b="b" t="t" l="l"/>
              <a:pathLst>
                <a:path h="444377" w="2167484">
                  <a:moveTo>
                    <a:pt x="40221" y="0"/>
                  </a:moveTo>
                  <a:lnTo>
                    <a:pt x="2127263" y="0"/>
                  </a:lnTo>
                  <a:cubicBezTo>
                    <a:pt x="2149477" y="0"/>
                    <a:pt x="2167484" y="18008"/>
                    <a:pt x="2167484" y="40221"/>
                  </a:cubicBezTo>
                  <a:lnTo>
                    <a:pt x="2167484" y="404156"/>
                  </a:lnTo>
                  <a:cubicBezTo>
                    <a:pt x="2167484" y="426370"/>
                    <a:pt x="2149477" y="444377"/>
                    <a:pt x="2127263" y="444377"/>
                  </a:cubicBezTo>
                  <a:lnTo>
                    <a:pt x="40221" y="444377"/>
                  </a:lnTo>
                  <a:cubicBezTo>
                    <a:pt x="29554" y="444377"/>
                    <a:pt x="19323" y="440140"/>
                    <a:pt x="11780" y="432597"/>
                  </a:cubicBezTo>
                  <a:cubicBezTo>
                    <a:pt x="4238" y="425054"/>
                    <a:pt x="0" y="414824"/>
                    <a:pt x="0" y="404156"/>
                  </a:cubicBezTo>
                  <a:lnTo>
                    <a:pt x="0" y="40221"/>
                  </a:lnTo>
                  <a:cubicBezTo>
                    <a:pt x="0" y="18008"/>
                    <a:pt x="18008" y="0"/>
                    <a:pt x="40221" y="0"/>
                  </a:cubicBezTo>
                  <a:close/>
                </a:path>
              </a:pathLst>
            </a:custGeom>
            <a:solidFill>
              <a:srgbClr val="FE5D4B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167484" cy="472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8124079" y="3827737"/>
            <a:ext cx="3752544" cy="7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6"/>
              </a:lnSpc>
              <a:spcBef>
                <a:spcPct val="0"/>
              </a:spcBef>
            </a:pPr>
            <a:r>
              <a:rPr lang="en-US" sz="458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Rubenstein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789546" y="5048288"/>
            <a:ext cx="3752544" cy="7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6"/>
              </a:lnSpc>
              <a:spcBef>
                <a:spcPct val="0"/>
              </a:spcBef>
            </a:pPr>
            <a:r>
              <a:rPr lang="en-US" sz="458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Athaya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24079" y="5023745"/>
            <a:ext cx="3752544" cy="7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6"/>
              </a:lnSpc>
              <a:spcBef>
                <a:spcPct val="0"/>
              </a:spcBef>
            </a:pPr>
            <a:r>
              <a:rPr lang="en-US" sz="458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Terry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2259765" y="6308271"/>
            <a:ext cx="4812106" cy="928068"/>
            <a:chOff x="0" y="0"/>
            <a:chExt cx="2167484" cy="4180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67484" cy="418024"/>
            </a:xfrm>
            <a:custGeom>
              <a:avLst/>
              <a:gdLst/>
              <a:ahLst/>
              <a:cxnLst/>
              <a:rect r="r" b="b" t="t" l="l"/>
              <a:pathLst>
                <a:path h="418024" w="2167484">
                  <a:moveTo>
                    <a:pt x="40221" y="0"/>
                  </a:moveTo>
                  <a:lnTo>
                    <a:pt x="2127263" y="0"/>
                  </a:lnTo>
                  <a:cubicBezTo>
                    <a:pt x="2149477" y="0"/>
                    <a:pt x="2167484" y="18008"/>
                    <a:pt x="2167484" y="40221"/>
                  </a:cubicBezTo>
                  <a:lnTo>
                    <a:pt x="2167484" y="377802"/>
                  </a:lnTo>
                  <a:cubicBezTo>
                    <a:pt x="2167484" y="400016"/>
                    <a:pt x="2149477" y="418024"/>
                    <a:pt x="2127263" y="418024"/>
                  </a:cubicBezTo>
                  <a:lnTo>
                    <a:pt x="40221" y="418024"/>
                  </a:lnTo>
                  <a:cubicBezTo>
                    <a:pt x="29554" y="418024"/>
                    <a:pt x="19323" y="413786"/>
                    <a:pt x="11780" y="406243"/>
                  </a:cubicBezTo>
                  <a:cubicBezTo>
                    <a:pt x="4238" y="398700"/>
                    <a:pt x="0" y="388470"/>
                    <a:pt x="0" y="377802"/>
                  </a:cubicBezTo>
                  <a:lnTo>
                    <a:pt x="0" y="40221"/>
                  </a:lnTo>
                  <a:cubicBezTo>
                    <a:pt x="0" y="18008"/>
                    <a:pt x="18008" y="0"/>
                    <a:pt x="40221" y="0"/>
                  </a:cubicBezTo>
                  <a:close/>
                </a:path>
              </a:pathLst>
            </a:custGeom>
            <a:solidFill>
              <a:srgbClr val="090505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2167484" cy="446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259765" y="6151839"/>
            <a:ext cx="4812106" cy="986577"/>
            <a:chOff x="0" y="0"/>
            <a:chExt cx="2167484" cy="44437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67484" cy="444377"/>
            </a:xfrm>
            <a:custGeom>
              <a:avLst/>
              <a:gdLst/>
              <a:ahLst/>
              <a:cxnLst/>
              <a:rect r="r" b="b" t="t" l="l"/>
              <a:pathLst>
                <a:path h="444377" w="2167484">
                  <a:moveTo>
                    <a:pt x="40221" y="0"/>
                  </a:moveTo>
                  <a:lnTo>
                    <a:pt x="2127263" y="0"/>
                  </a:lnTo>
                  <a:cubicBezTo>
                    <a:pt x="2149477" y="0"/>
                    <a:pt x="2167484" y="18008"/>
                    <a:pt x="2167484" y="40221"/>
                  </a:cubicBezTo>
                  <a:lnTo>
                    <a:pt x="2167484" y="404156"/>
                  </a:lnTo>
                  <a:cubicBezTo>
                    <a:pt x="2167484" y="426370"/>
                    <a:pt x="2149477" y="444377"/>
                    <a:pt x="2127263" y="444377"/>
                  </a:cubicBezTo>
                  <a:lnTo>
                    <a:pt x="40221" y="444377"/>
                  </a:lnTo>
                  <a:cubicBezTo>
                    <a:pt x="29554" y="444377"/>
                    <a:pt x="19323" y="440140"/>
                    <a:pt x="11780" y="432597"/>
                  </a:cubicBezTo>
                  <a:cubicBezTo>
                    <a:pt x="4238" y="425054"/>
                    <a:pt x="0" y="414824"/>
                    <a:pt x="0" y="404156"/>
                  </a:cubicBezTo>
                  <a:lnTo>
                    <a:pt x="0" y="40221"/>
                  </a:lnTo>
                  <a:cubicBezTo>
                    <a:pt x="0" y="18008"/>
                    <a:pt x="18008" y="0"/>
                    <a:pt x="40221" y="0"/>
                  </a:cubicBezTo>
                  <a:close/>
                </a:path>
              </a:pathLst>
            </a:custGeom>
            <a:solidFill>
              <a:srgbClr val="FE5D4B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2167484" cy="472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2789546" y="6270874"/>
            <a:ext cx="3752544" cy="7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6"/>
              </a:lnSpc>
              <a:spcBef>
                <a:spcPct val="0"/>
              </a:spcBef>
            </a:pPr>
            <a:r>
              <a:rPr lang="en-US" sz="458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Alfian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7594298" y="6308271"/>
            <a:ext cx="4812106" cy="928068"/>
            <a:chOff x="0" y="0"/>
            <a:chExt cx="2167484" cy="4180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67484" cy="418024"/>
            </a:xfrm>
            <a:custGeom>
              <a:avLst/>
              <a:gdLst/>
              <a:ahLst/>
              <a:cxnLst/>
              <a:rect r="r" b="b" t="t" l="l"/>
              <a:pathLst>
                <a:path h="418024" w="2167484">
                  <a:moveTo>
                    <a:pt x="40221" y="0"/>
                  </a:moveTo>
                  <a:lnTo>
                    <a:pt x="2127263" y="0"/>
                  </a:lnTo>
                  <a:cubicBezTo>
                    <a:pt x="2149477" y="0"/>
                    <a:pt x="2167484" y="18008"/>
                    <a:pt x="2167484" y="40221"/>
                  </a:cubicBezTo>
                  <a:lnTo>
                    <a:pt x="2167484" y="377802"/>
                  </a:lnTo>
                  <a:cubicBezTo>
                    <a:pt x="2167484" y="400016"/>
                    <a:pt x="2149477" y="418024"/>
                    <a:pt x="2127263" y="418024"/>
                  </a:cubicBezTo>
                  <a:lnTo>
                    <a:pt x="40221" y="418024"/>
                  </a:lnTo>
                  <a:cubicBezTo>
                    <a:pt x="29554" y="418024"/>
                    <a:pt x="19323" y="413786"/>
                    <a:pt x="11780" y="406243"/>
                  </a:cubicBezTo>
                  <a:cubicBezTo>
                    <a:pt x="4238" y="398700"/>
                    <a:pt x="0" y="388470"/>
                    <a:pt x="0" y="377802"/>
                  </a:cubicBezTo>
                  <a:lnTo>
                    <a:pt x="0" y="40221"/>
                  </a:lnTo>
                  <a:cubicBezTo>
                    <a:pt x="0" y="18008"/>
                    <a:pt x="18008" y="0"/>
                    <a:pt x="40221" y="0"/>
                  </a:cubicBezTo>
                  <a:close/>
                </a:path>
              </a:pathLst>
            </a:custGeom>
            <a:solidFill>
              <a:srgbClr val="090505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2167484" cy="446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594298" y="6151839"/>
            <a:ext cx="4812106" cy="986577"/>
            <a:chOff x="0" y="0"/>
            <a:chExt cx="2167484" cy="44437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67484" cy="444377"/>
            </a:xfrm>
            <a:custGeom>
              <a:avLst/>
              <a:gdLst/>
              <a:ahLst/>
              <a:cxnLst/>
              <a:rect r="r" b="b" t="t" l="l"/>
              <a:pathLst>
                <a:path h="444377" w="2167484">
                  <a:moveTo>
                    <a:pt x="40221" y="0"/>
                  </a:moveTo>
                  <a:lnTo>
                    <a:pt x="2127263" y="0"/>
                  </a:lnTo>
                  <a:cubicBezTo>
                    <a:pt x="2149477" y="0"/>
                    <a:pt x="2167484" y="18008"/>
                    <a:pt x="2167484" y="40221"/>
                  </a:cubicBezTo>
                  <a:lnTo>
                    <a:pt x="2167484" y="404156"/>
                  </a:lnTo>
                  <a:cubicBezTo>
                    <a:pt x="2167484" y="426370"/>
                    <a:pt x="2149477" y="444377"/>
                    <a:pt x="2127263" y="444377"/>
                  </a:cubicBezTo>
                  <a:lnTo>
                    <a:pt x="40221" y="444377"/>
                  </a:lnTo>
                  <a:cubicBezTo>
                    <a:pt x="29554" y="444377"/>
                    <a:pt x="19323" y="440140"/>
                    <a:pt x="11780" y="432597"/>
                  </a:cubicBezTo>
                  <a:cubicBezTo>
                    <a:pt x="4238" y="425054"/>
                    <a:pt x="0" y="414824"/>
                    <a:pt x="0" y="404156"/>
                  </a:cubicBezTo>
                  <a:lnTo>
                    <a:pt x="0" y="40221"/>
                  </a:lnTo>
                  <a:cubicBezTo>
                    <a:pt x="0" y="18008"/>
                    <a:pt x="18008" y="0"/>
                    <a:pt x="40221" y="0"/>
                  </a:cubicBezTo>
                  <a:close/>
                </a:path>
              </a:pathLst>
            </a:custGeom>
            <a:solidFill>
              <a:srgbClr val="ECC02C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2167484" cy="472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8124079" y="6263438"/>
            <a:ext cx="3752544" cy="7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6"/>
              </a:lnSpc>
              <a:spcBef>
                <a:spcPct val="0"/>
              </a:spcBef>
            </a:pPr>
            <a:r>
              <a:rPr lang="en-US" sz="458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Nova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2259765" y="7526122"/>
            <a:ext cx="4812106" cy="928068"/>
            <a:chOff x="0" y="0"/>
            <a:chExt cx="2167484" cy="4180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67484" cy="418024"/>
            </a:xfrm>
            <a:custGeom>
              <a:avLst/>
              <a:gdLst/>
              <a:ahLst/>
              <a:cxnLst/>
              <a:rect r="r" b="b" t="t" l="l"/>
              <a:pathLst>
                <a:path h="418024" w="2167484">
                  <a:moveTo>
                    <a:pt x="40221" y="0"/>
                  </a:moveTo>
                  <a:lnTo>
                    <a:pt x="2127263" y="0"/>
                  </a:lnTo>
                  <a:cubicBezTo>
                    <a:pt x="2149477" y="0"/>
                    <a:pt x="2167484" y="18008"/>
                    <a:pt x="2167484" y="40221"/>
                  </a:cubicBezTo>
                  <a:lnTo>
                    <a:pt x="2167484" y="377802"/>
                  </a:lnTo>
                  <a:cubicBezTo>
                    <a:pt x="2167484" y="400016"/>
                    <a:pt x="2149477" y="418024"/>
                    <a:pt x="2127263" y="418024"/>
                  </a:cubicBezTo>
                  <a:lnTo>
                    <a:pt x="40221" y="418024"/>
                  </a:lnTo>
                  <a:cubicBezTo>
                    <a:pt x="29554" y="418024"/>
                    <a:pt x="19323" y="413786"/>
                    <a:pt x="11780" y="406243"/>
                  </a:cubicBezTo>
                  <a:cubicBezTo>
                    <a:pt x="4238" y="398700"/>
                    <a:pt x="0" y="388470"/>
                    <a:pt x="0" y="377802"/>
                  </a:cubicBezTo>
                  <a:lnTo>
                    <a:pt x="0" y="40221"/>
                  </a:lnTo>
                  <a:cubicBezTo>
                    <a:pt x="0" y="18008"/>
                    <a:pt x="18008" y="0"/>
                    <a:pt x="40221" y="0"/>
                  </a:cubicBezTo>
                  <a:close/>
                </a:path>
              </a:pathLst>
            </a:custGeom>
            <a:solidFill>
              <a:srgbClr val="090505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2167484" cy="446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259765" y="7369690"/>
            <a:ext cx="4812106" cy="986577"/>
            <a:chOff x="0" y="0"/>
            <a:chExt cx="2167484" cy="44437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67484" cy="444377"/>
            </a:xfrm>
            <a:custGeom>
              <a:avLst/>
              <a:gdLst/>
              <a:ahLst/>
              <a:cxnLst/>
              <a:rect r="r" b="b" t="t" l="l"/>
              <a:pathLst>
                <a:path h="444377" w="2167484">
                  <a:moveTo>
                    <a:pt x="40221" y="0"/>
                  </a:moveTo>
                  <a:lnTo>
                    <a:pt x="2127263" y="0"/>
                  </a:lnTo>
                  <a:cubicBezTo>
                    <a:pt x="2149477" y="0"/>
                    <a:pt x="2167484" y="18008"/>
                    <a:pt x="2167484" y="40221"/>
                  </a:cubicBezTo>
                  <a:lnTo>
                    <a:pt x="2167484" y="404156"/>
                  </a:lnTo>
                  <a:cubicBezTo>
                    <a:pt x="2167484" y="426370"/>
                    <a:pt x="2149477" y="444377"/>
                    <a:pt x="2127263" y="444377"/>
                  </a:cubicBezTo>
                  <a:lnTo>
                    <a:pt x="40221" y="444377"/>
                  </a:lnTo>
                  <a:cubicBezTo>
                    <a:pt x="29554" y="444377"/>
                    <a:pt x="19323" y="440140"/>
                    <a:pt x="11780" y="432597"/>
                  </a:cubicBezTo>
                  <a:cubicBezTo>
                    <a:pt x="4238" y="425054"/>
                    <a:pt x="0" y="414824"/>
                    <a:pt x="0" y="404156"/>
                  </a:cubicBezTo>
                  <a:lnTo>
                    <a:pt x="0" y="40221"/>
                  </a:lnTo>
                  <a:cubicBezTo>
                    <a:pt x="0" y="18008"/>
                    <a:pt x="18008" y="0"/>
                    <a:pt x="40221" y="0"/>
                  </a:cubicBezTo>
                  <a:close/>
                </a:path>
              </a:pathLst>
            </a:custGeom>
            <a:solidFill>
              <a:srgbClr val="ECC02C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2167484" cy="472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2789546" y="7488725"/>
            <a:ext cx="3752544" cy="77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6"/>
              </a:lnSpc>
              <a:spcBef>
                <a:spcPct val="0"/>
              </a:spcBef>
            </a:pPr>
            <a:r>
              <a:rPr lang="en-US" sz="458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Farhan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472675"/>
            <a:ext cx="7547864" cy="3017638"/>
            <a:chOff x="0" y="0"/>
            <a:chExt cx="1987915" cy="7947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87915" cy="794769"/>
            </a:xfrm>
            <a:custGeom>
              <a:avLst/>
              <a:gdLst/>
              <a:ahLst/>
              <a:cxnLst/>
              <a:rect r="r" b="b" t="t" l="l"/>
              <a:pathLst>
                <a:path h="794769" w="1987915">
                  <a:moveTo>
                    <a:pt x="25643" y="0"/>
                  </a:moveTo>
                  <a:lnTo>
                    <a:pt x="1962272" y="0"/>
                  </a:lnTo>
                  <a:cubicBezTo>
                    <a:pt x="1976434" y="0"/>
                    <a:pt x="1987915" y="11481"/>
                    <a:pt x="1987915" y="25643"/>
                  </a:cubicBezTo>
                  <a:lnTo>
                    <a:pt x="1987915" y="769126"/>
                  </a:lnTo>
                  <a:cubicBezTo>
                    <a:pt x="1987915" y="783288"/>
                    <a:pt x="1976434" y="794769"/>
                    <a:pt x="1962272" y="794769"/>
                  </a:cubicBezTo>
                  <a:lnTo>
                    <a:pt x="25643" y="794769"/>
                  </a:lnTo>
                  <a:cubicBezTo>
                    <a:pt x="18842" y="794769"/>
                    <a:pt x="12320" y="792067"/>
                    <a:pt x="7511" y="787258"/>
                  </a:cubicBezTo>
                  <a:cubicBezTo>
                    <a:pt x="2702" y="782449"/>
                    <a:pt x="0" y="775927"/>
                    <a:pt x="0" y="769126"/>
                  </a:cubicBezTo>
                  <a:lnTo>
                    <a:pt x="0" y="25643"/>
                  </a:lnTo>
                  <a:cubicBezTo>
                    <a:pt x="0" y="11481"/>
                    <a:pt x="11481" y="0"/>
                    <a:pt x="25643" y="0"/>
                  </a:cubicBezTo>
                  <a:close/>
                </a:path>
              </a:pathLst>
            </a:custGeom>
            <a:solidFill>
              <a:srgbClr val="FE5D4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987915" cy="823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945516"/>
            <a:ext cx="7547864" cy="3324650"/>
            <a:chOff x="0" y="0"/>
            <a:chExt cx="1987915" cy="8756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7915" cy="875628"/>
            </a:xfrm>
            <a:custGeom>
              <a:avLst/>
              <a:gdLst/>
              <a:ahLst/>
              <a:cxnLst/>
              <a:rect r="r" b="b" t="t" l="l"/>
              <a:pathLst>
                <a:path h="875628" w="1987915">
                  <a:moveTo>
                    <a:pt x="25643" y="0"/>
                  </a:moveTo>
                  <a:lnTo>
                    <a:pt x="1962272" y="0"/>
                  </a:lnTo>
                  <a:cubicBezTo>
                    <a:pt x="1976434" y="0"/>
                    <a:pt x="1987915" y="11481"/>
                    <a:pt x="1987915" y="25643"/>
                  </a:cubicBezTo>
                  <a:lnTo>
                    <a:pt x="1987915" y="849985"/>
                  </a:lnTo>
                  <a:cubicBezTo>
                    <a:pt x="1987915" y="856786"/>
                    <a:pt x="1985213" y="863309"/>
                    <a:pt x="1980404" y="868117"/>
                  </a:cubicBezTo>
                  <a:cubicBezTo>
                    <a:pt x="1975595" y="872926"/>
                    <a:pt x="1969073" y="875628"/>
                    <a:pt x="1962272" y="875628"/>
                  </a:cubicBezTo>
                  <a:lnTo>
                    <a:pt x="25643" y="875628"/>
                  </a:lnTo>
                  <a:cubicBezTo>
                    <a:pt x="11481" y="875628"/>
                    <a:pt x="0" y="864147"/>
                    <a:pt x="0" y="849985"/>
                  </a:cubicBezTo>
                  <a:lnTo>
                    <a:pt x="0" y="25643"/>
                  </a:lnTo>
                  <a:cubicBezTo>
                    <a:pt x="0" y="11481"/>
                    <a:pt x="11481" y="0"/>
                    <a:pt x="2564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87915" cy="904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34894" y="8846949"/>
            <a:ext cx="6700941" cy="2236439"/>
          </a:xfrm>
          <a:custGeom>
            <a:avLst/>
            <a:gdLst/>
            <a:ahLst/>
            <a:cxnLst/>
            <a:rect r="r" b="b" t="t" l="l"/>
            <a:pathLst>
              <a:path h="2236439" w="6700941">
                <a:moveTo>
                  <a:pt x="0" y="0"/>
                </a:moveTo>
                <a:lnTo>
                  <a:pt x="6700942" y="0"/>
                </a:lnTo>
                <a:lnTo>
                  <a:pt x="6700942" y="2236439"/>
                </a:lnTo>
                <a:lnTo>
                  <a:pt x="0" y="22364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true" flipV="true" rot="0">
            <a:off x="14333498" y="-975367"/>
            <a:ext cx="7909005" cy="3677687"/>
          </a:xfrm>
          <a:custGeom>
            <a:avLst/>
            <a:gdLst/>
            <a:ahLst/>
            <a:cxnLst/>
            <a:rect r="r" b="b" t="t" l="l"/>
            <a:pathLst>
              <a:path h="3677687" w="7909005">
                <a:moveTo>
                  <a:pt x="7909004" y="3677687"/>
                </a:moveTo>
                <a:lnTo>
                  <a:pt x="0" y="3677687"/>
                </a:lnTo>
                <a:lnTo>
                  <a:pt x="0" y="0"/>
                </a:lnTo>
                <a:lnTo>
                  <a:pt x="7909004" y="0"/>
                </a:lnTo>
                <a:lnTo>
                  <a:pt x="7909004" y="367768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true" flipV="true" rot="0">
            <a:off x="-1838500" y="-1767110"/>
            <a:ext cx="5388429" cy="4114800"/>
          </a:xfrm>
          <a:custGeom>
            <a:avLst/>
            <a:gdLst/>
            <a:ahLst/>
            <a:cxnLst/>
            <a:rect r="r" b="b" t="t" l="l"/>
            <a:pathLst>
              <a:path h="4114800" w="5388429">
                <a:moveTo>
                  <a:pt x="538842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388428" y="0"/>
                </a:lnTo>
                <a:lnTo>
                  <a:pt x="5388428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6456200">
            <a:off x="15792900" y="8222295"/>
            <a:ext cx="2596065" cy="4114800"/>
          </a:xfrm>
          <a:custGeom>
            <a:avLst/>
            <a:gdLst/>
            <a:ahLst/>
            <a:cxnLst/>
            <a:rect r="r" b="b" t="t" l="l"/>
            <a:pathLst>
              <a:path h="4114800" w="2596065">
                <a:moveTo>
                  <a:pt x="0" y="0"/>
                </a:moveTo>
                <a:lnTo>
                  <a:pt x="2596064" y="0"/>
                </a:lnTo>
                <a:lnTo>
                  <a:pt x="25960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597949" y="4472675"/>
            <a:ext cx="7661351" cy="3017638"/>
            <a:chOff x="0" y="0"/>
            <a:chExt cx="2017804" cy="7947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17804" cy="794769"/>
            </a:xfrm>
            <a:custGeom>
              <a:avLst/>
              <a:gdLst/>
              <a:ahLst/>
              <a:cxnLst/>
              <a:rect r="r" b="b" t="t" l="l"/>
              <a:pathLst>
                <a:path h="794769" w="2017804">
                  <a:moveTo>
                    <a:pt x="25263" y="0"/>
                  </a:moveTo>
                  <a:lnTo>
                    <a:pt x="1992541" y="0"/>
                  </a:lnTo>
                  <a:cubicBezTo>
                    <a:pt x="1999242" y="0"/>
                    <a:pt x="2005667" y="2662"/>
                    <a:pt x="2010405" y="7399"/>
                  </a:cubicBezTo>
                  <a:cubicBezTo>
                    <a:pt x="2015143" y="12137"/>
                    <a:pt x="2017804" y="18563"/>
                    <a:pt x="2017804" y="25263"/>
                  </a:cubicBezTo>
                  <a:lnTo>
                    <a:pt x="2017804" y="769506"/>
                  </a:lnTo>
                  <a:cubicBezTo>
                    <a:pt x="2017804" y="776206"/>
                    <a:pt x="2015143" y="782632"/>
                    <a:pt x="2010405" y="787370"/>
                  </a:cubicBezTo>
                  <a:cubicBezTo>
                    <a:pt x="2005667" y="792107"/>
                    <a:pt x="1999242" y="794769"/>
                    <a:pt x="1992541" y="794769"/>
                  </a:cubicBezTo>
                  <a:lnTo>
                    <a:pt x="25263" y="794769"/>
                  </a:lnTo>
                  <a:cubicBezTo>
                    <a:pt x="18563" y="794769"/>
                    <a:pt x="12137" y="792107"/>
                    <a:pt x="7399" y="787370"/>
                  </a:cubicBezTo>
                  <a:cubicBezTo>
                    <a:pt x="2662" y="782632"/>
                    <a:pt x="0" y="776206"/>
                    <a:pt x="0" y="769506"/>
                  </a:cubicBezTo>
                  <a:lnTo>
                    <a:pt x="0" y="25263"/>
                  </a:lnTo>
                  <a:cubicBezTo>
                    <a:pt x="0" y="18563"/>
                    <a:pt x="2662" y="12137"/>
                    <a:pt x="7399" y="7399"/>
                  </a:cubicBezTo>
                  <a:cubicBezTo>
                    <a:pt x="12137" y="2662"/>
                    <a:pt x="18563" y="0"/>
                    <a:pt x="25263" y="0"/>
                  </a:cubicBezTo>
                  <a:close/>
                </a:path>
              </a:pathLst>
            </a:custGeom>
            <a:solidFill>
              <a:srgbClr val="FE5D4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017804" cy="823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97949" y="3945516"/>
            <a:ext cx="7661351" cy="3324650"/>
            <a:chOff x="0" y="0"/>
            <a:chExt cx="2017804" cy="8756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17804" cy="875628"/>
            </a:xfrm>
            <a:custGeom>
              <a:avLst/>
              <a:gdLst/>
              <a:ahLst/>
              <a:cxnLst/>
              <a:rect r="r" b="b" t="t" l="l"/>
              <a:pathLst>
                <a:path h="875628" w="2017804">
                  <a:moveTo>
                    <a:pt x="25263" y="0"/>
                  </a:moveTo>
                  <a:lnTo>
                    <a:pt x="1992541" y="0"/>
                  </a:lnTo>
                  <a:cubicBezTo>
                    <a:pt x="1999242" y="0"/>
                    <a:pt x="2005667" y="2662"/>
                    <a:pt x="2010405" y="7399"/>
                  </a:cubicBezTo>
                  <a:cubicBezTo>
                    <a:pt x="2015143" y="12137"/>
                    <a:pt x="2017804" y="18563"/>
                    <a:pt x="2017804" y="25263"/>
                  </a:cubicBezTo>
                  <a:lnTo>
                    <a:pt x="2017804" y="850365"/>
                  </a:lnTo>
                  <a:cubicBezTo>
                    <a:pt x="2017804" y="857065"/>
                    <a:pt x="2015143" y="863491"/>
                    <a:pt x="2010405" y="868229"/>
                  </a:cubicBezTo>
                  <a:cubicBezTo>
                    <a:pt x="2005667" y="872966"/>
                    <a:pt x="1999242" y="875628"/>
                    <a:pt x="1992541" y="875628"/>
                  </a:cubicBezTo>
                  <a:lnTo>
                    <a:pt x="25263" y="875628"/>
                  </a:lnTo>
                  <a:cubicBezTo>
                    <a:pt x="18563" y="875628"/>
                    <a:pt x="12137" y="872966"/>
                    <a:pt x="7399" y="868229"/>
                  </a:cubicBezTo>
                  <a:cubicBezTo>
                    <a:pt x="2662" y="863491"/>
                    <a:pt x="0" y="857065"/>
                    <a:pt x="0" y="850365"/>
                  </a:cubicBezTo>
                  <a:lnTo>
                    <a:pt x="0" y="25263"/>
                  </a:lnTo>
                  <a:cubicBezTo>
                    <a:pt x="0" y="18563"/>
                    <a:pt x="2662" y="12137"/>
                    <a:pt x="7399" y="7399"/>
                  </a:cubicBezTo>
                  <a:cubicBezTo>
                    <a:pt x="12137" y="2662"/>
                    <a:pt x="18563" y="0"/>
                    <a:pt x="2526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017804" cy="904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2424" y="5871634"/>
            <a:ext cx="7289494" cy="1188671"/>
            <a:chOff x="0" y="0"/>
            <a:chExt cx="1919867" cy="3130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19867" cy="313066"/>
            </a:xfrm>
            <a:custGeom>
              <a:avLst/>
              <a:gdLst/>
              <a:ahLst/>
              <a:cxnLst/>
              <a:rect r="r" b="b" t="t" l="l"/>
              <a:pathLst>
                <a:path h="313066" w="1919867">
                  <a:moveTo>
                    <a:pt x="21241" y="0"/>
                  </a:moveTo>
                  <a:lnTo>
                    <a:pt x="1898626" y="0"/>
                  </a:lnTo>
                  <a:cubicBezTo>
                    <a:pt x="1910357" y="0"/>
                    <a:pt x="1919867" y="9510"/>
                    <a:pt x="1919867" y="21241"/>
                  </a:cubicBezTo>
                  <a:lnTo>
                    <a:pt x="1919867" y="291824"/>
                  </a:lnTo>
                  <a:cubicBezTo>
                    <a:pt x="1919867" y="303556"/>
                    <a:pt x="1910357" y="313066"/>
                    <a:pt x="1898626" y="313066"/>
                  </a:cubicBezTo>
                  <a:lnTo>
                    <a:pt x="21241" y="313066"/>
                  </a:lnTo>
                  <a:cubicBezTo>
                    <a:pt x="9510" y="313066"/>
                    <a:pt x="0" y="303556"/>
                    <a:pt x="0" y="291824"/>
                  </a:cubicBezTo>
                  <a:lnTo>
                    <a:pt x="0" y="21241"/>
                  </a:lnTo>
                  <a:cubicBezTo>
                    <a:pt x="0" y="9510"/>
                    <a:pt x="9510" y="0"/>
                    <a:pt x="21241" y="0"/>
                  </a:cubicBezTo>
                  <a:close/>
                </a:path>
              </a:pathLst>
            </a:custGeom>
            <a:ln w="19050" cap="sq">
              <a:solidFill>
                <a:srgbClr val="FE5D4B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919867" cy="34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413907" y="1181100"/>
            <a:ext cx="13460185" cy="208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1"/>
              </a:lnSpc>
              <a:spcBef>
                <a:spcPct val="0"/>
              </a:spcBef>
            </a:pPr>
            <a:r>
              <a:rPr lang="en-US" b="true" sz="8041">
                <a:solidFill>
                  <a:srgbClr val="ECC02C"/>
                </a:solidFill>
                <a:latin typeface="Palanquin Dark Bold"/>
                <a:ea typeface="Palanquin Dark Bold"/>
                <a:cs typeface="Palanquin Dark Bold"/>
                <a:sym typeface="Palanquin Dark Bold"/>
              </a:rPr>
              <a:t>DUA BENTUK POLA BILANGAN ARITMATIKA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4066840"/>
            <a:ext cx="4823258" cy="55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03271" indent="-351636" lvl="1">
              <a:lnSpc>
                <a:spcPts val="4560"/>
              </a:lnSpc>
              <a:spcBef>
                <a:spcPct val="0"/>
              </a:spcBef>
              <a:buAutoNum type="arabicPeriod" startAt="1"/>
            </a:pPr>
            <a:r>
              <a:rPr lang="en-US" sz="3257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Barisan Aritmatika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97949" y="4066840"/>
            <a:ext cx="4896416" cy="55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3271" indent="-351636" lvl="1">
              <a:lnSpc>
                <a:spcPts val="4560"/>
              </a:lnSpc>
              <a:spcBef>
                <a:spcPct val="0"/>
              </a:spcBef>
              <a:buAutoNum type="arabicPeriod" startAt="1"/>
            </a:pPr>
            <a:r>
              <a:rPr lang="en-US" sz="3257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Deret Aritmatika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5674" y="5057019"/>
            <a:ext cx="7011559" cy="47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1">
                <a:solidFill>
                  <a:srgbClr val="FE5D4B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Susunan angka dengan selisih tetap.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95407" y="5095875"/>
            <a:ext cx="6854812" cy="44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628">
                <a:solidFill>
                  <a:srgbClr val="FE5D4B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Penjumlahan angka dari suatu barisan.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801438" y="5871634"/>
            <a:ext cx="7289494" cy="1188671"/>
            <a:chOff x="0" y="0"/>
            <a:chExt cx="1919867" cy="31306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19867" cy="313066"/>
            </a:xfrm>
            <a:custGeom>
              <a:avLst/>
              <a:gdLst/>
              <a:ahLst/>
              <a:cxnLst/>
              <a:rect r="r" b="b" t="t" l="l"/>
              <a:pathLst>
                <a:path h="313066" w="1919867">
                  <a:moveTo>
                    <a:pt x="21241" y="0"/>
                  </a:moveTo>
                  <a:lnTo>
                    <a:pt x="1898626" y="0"/>
                  </a:lnTo>
                  <a:cubicBezTo>
                    <a:pt x="1910357" y="0"/>
                    <a:pt x="1919867" y="9510"/>
                    <a:pt x="1919867" y="21241"/>
                  </a:cubicBezTo>
                  <a:lnTo>
                    <a:pt x="1919867" y="291824"/>
                  </a:lnTo>
                  <a:cubicBezTo>
                    <a:pt x="1919867" y="303556"/>
                    <a:pt x="1910357" y="313066"/>
                    <a:pt x="1898626" y="313066"/>
                  </a:cubicBezTo>
                  <a:lnTo>
                    <a:pt x="21241" y="313066"/>
                  </a:lnTo>
                  <a:cubicBezTo>
                    <a:pt x="9510" y="313066"/>
                    <a:pt x="0" y="303556"/>
                    <a:pt x="0" y="291824"/>
                  </a:cubicBezTo>
                  <a:lnTo>
                    <a:pt x="0" y="21241"/>
                  </a:lnTo>
                  <a:cubicBezTo>
                    <a:pt x="0" y="9510"/>
                    <a:pt x="9510" y="0"/>
                    <a:pt x="21241" y="0"/>
                  </a:cubicBezTo>
                  <a:close/>
                </a:path>
              </a:pathLst>
            </a:custGeom>
            <a:ln w="19050" cap="sq">
              <a:solidFill>
                <a:srgbClr val="FE5D4B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919867" cy="34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346149" y="5992906"/>
            <a:ext cx="6110814" cy="39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8">
                <a:solidFill>
                  <a:srgbClr val="FE5D4B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</a:t>
            </a:r>
            <a:r>
              <a:rPr lang="en-US" sz="2408">
                <a:solidFill>
                  <a:srgbClr val="FE5D4B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ntoh: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5674" y="6427870"/>
            <a:ext cx="6110814" cy="396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408">
                <a:solidFill>
                  <a:srgbClr val="FE5D4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2, 5, 8, 11, ...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95407" y="6031429"/>
            <a:ext cx="6110814" cy="39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8">
                <a:solidFill>
                  <a:srgbClr val="FE5D4B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</a:t>
            </a:r>
            <a:r>
              <a:rPr lang="en-US" sz="2408">
                <a:solidFill>
                  <a:srgbClr val="FE5D4B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ntoh: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04932" y="6466392"/>
            <a:ext cx="6110814" cy="396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408">
                <a:solidFill>
                  <a:srgbClr val="FE5D4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2 + 5 + 8 + 11</a:t>
            </a:r>
          </a:p>
        </p:txBody>
      </p:sp>
    </p:spTree>
  </p:cSld>
  <p:clrMapOvr>
    <a:masterClrMapping/>
  </p:clrMapOvr>
  <p:transition spd="slow">
    <p:push dir="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04889">
            <a:off x="-2597414" y="4768525"/>
            <a:ext cx="7252227" cy="7455561"/>
          </a:xfrm>
          <a:custGeom>
            <a:avLst/>
            <a:gdLst/>
            <a:ahLst/>
            <a:cxnLst/>
            <a:rect r="r" b="b" t="t" l="l"/>
            <a:pathLst>
              <a:path h="7455561" w="7252227">
                <a:moveTo>
                  <a:pt x="0" y="0"/>
                </a:moveTo>
                <a:lnTo>
                  <a:pt x="7252228" y="0"/>
                </a:lnTo>
                <a:lnTo>
                  <a:pt x="7252228" y="7455561"/>
                </a:lnTo>
                <a:lnTo>
                  <a:pt x="0" y="74555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2138368" y="3911263"/>
            <a:ext cx="14053039" cy="3813922"/>
            <a:chOff x="0" y="0"/>
            <a:chExt cx="3456487" cy="9380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56487" cy="938073"/>
            </a:xfrm>
            <a:custGeom>
              <a:avLst/>
              <a:gdLst/>
              <a:ahLst/>
              <a:cxnLst/>
              <a:rect r="r" b="b" t="t" l="l"/>
              <a:pathLst>
                <a:path h="938073" w="3456487">
                  <a:moveTo>
                    <a:pt x="13773" y="0"/>
                  </a:moveTo>
                  <a:lnTo>
                    <a:pt x="3442714" y="0"/>
                  </a:lnTo>
                  <a:cubicBezTo>
                    <a:pt x="3446367" y="0"/>
                    <a:pt x="3449870" y="1451"/>
                    <a:pt x="3452453" y="4034"/>
                  </a:cubicBezTo>
                  <a:cubicBezTo>
                    <a:pt x="3455036" y="6617"/>
                    <a:pt x="3456487" y="10120"/>
                    <a:pt x="3456487" y="13773"/>
                  </a:cubicBezTo>
                  <a:lnTo>
                    <a:pt x="3456487" y="924300"/>
                  </a:lnTo>
                  <a:cubicBezTo>
                    <a:pt x="3456487" y="927953"/>
                    <a:pt x="3455036" y="931456"/>
                    <a:pt x="3452453" y="934039"/>
                  </a:cubicBezTo>
                  <a:cubicBezTo>
                    <a:pt x="3449870" y="936622"/>
                    <a:pt x="3446367" y="938073"/>
                    <a:pt x="3442714" y="938073"/>
                  </a:cubicBezTo>
                  <a:lnTo>
                    <a:pt x="13773" y="938073"/>
                  </a:lnTo>
                  <a:cubicBezTo>
                    <a:pt x="10120" y="938073"/>
                    <a:pt x="6617" y="936622"/>
                    <a:pt x="4034" y="934039"/>
                  </a:cubicBezTo>
                  <a:cubicBezTo>
                    <a:pt x="1451" y="931456"/>
                    <a:pt x="0" y="927953"/>
                    <a:pt x="0" y="924300"/>
                  </a:cubicBezTo>
                  <a:lnTo>
                    <a:pt x="0" y="13773"/>
                  </a:lnTo>
                  <a:cubicBezTo>
                    <a:pt x="0" y="10120"/>
                    <a:pt x="1451" y="6617"/>
                    <a:pt x="4034" y="4034"/>
                  </a:cubicBezTo>
                  <a:cubicBezTo>
                    <a:pt x="6617" y="1451"/>
                    <a:pt x="10120" y="0"/>
                    <a:pt x="13773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456487" cy="966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17480" y="3742851"/>
            <a:ext cx="14053039" cy="3706759"/>
            <a:chOff x="0" y="0"/>
            <a:chExt cx="3456487" cy="911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56487" cy="911715"/>
            </a:xfrm>
            <a:custGeom>
              <a:avLst/>
              <a:gdLst/>
              <a:ahLst/>
              <a:cxnLst/>
              <a:rect r="r" b="b" t="t" l="l"/>
              <a:pathLst>
                <a:path h="911715" w="3456487">
                  <a:moveTo>
                    <a:pt x="13773" y="0"/>
                  </a:moveTo>
                  <a:lnTo>
                    <a:pt x="3442714" y="0"/>
                  </a:lnTo>
                  <a:cubicBezTo>
                    <a:pt x="3446367" y="0"/>
                    <a:pt x="3449870" y="1451"/>
                    <a:pt x="3452453" y="4034"/>
                  </a:cubicBezTo>
                  <a:cubicBezTo>
                    <a:pt x="3455036" y="6617"/>
                    <a:pt x="3456487" y="10120"/>
                    <a:pt x="3456487" y="13773"/>
                  </a:cubicBezTo>
                  <a:lnTo>
                    <a:pt x="3456487" y="897942"/>
                  </a:lnTo>
                  <a:cubicBezTo>
                    <a:pt x="3456487" y="901595"/>
                    <a:pt x="3455036" y="905098"/>
                    <a:pt x="3452453" y="907681"/>
                  </a:cubicBezTo>
                  <a:cubicBezTo>
                    <a:pt x="3449870" y="910264"/>
                    <a:pt x="3446367" y="911715"/>
                    <a:pt x="3442714" y="911715"/>
                  </a:cubicBezTo>
                  <a:lnTo>
                    <a:pt x="13773" y="911715"/>
                  </a:lnTo>
                  <a:cubicBezTo>
                    <a:pt x="10120" y="911715"/>
                    <a:pt x="6617" y="910264"/>
                    <a:pt x="4034" y="907681"/>
                  </a:cubicBezTo>
                  <a:cubicBezTo>
                    <a:pt x="1451" y="905098"/>
                    <a:pt x="0" y="901595"/>
                    <a:pt x="0" y="897942"/>
                  </a:cubicBezTo>
                  <a:lnTo>
                    <a:pt x="0" y="13773"/>
                  </a:lnTo>
                  <a:cubicBezTo>
                    <a:pt x="0" y="10120"/>
                    <a:pt x="1451" y="6617"/>
                    <a:pt x="4034" y="4034"/>
                  </a:cubicBezTo>
                  <a:cubicBezTo>
                    <a:pt x="6617" y="1451"/>
                    <a:pt x="10120" y="0"/>
                    <a:pt x="13773" y="0"/>
                  </a:cubicBezTo>
                  <a:close/>
                </a:path>
              </a:pathLst>
            </a:custGeom>
            <a:solidFill>
              <a:srgbClr val="FE5D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456487" cy="940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932572">
            <a:off x="16656062" y="-867132"/>
            <a:ext cx="2453917" cy="4114800"/>
          </a:xfrm>
          <a:custGeom>
            <a:avLst/>
            <a:gdLst/>
            <a:ahLst/>
            <a:cxnLst/>
            <a:rect r="r" b="b" t="t" l="l"/>
            <a:pathLst>
              <a:path h="4114800" w="2453917">
                <a:moveTo>
                  <a:pt x="0" y="0"/>
                </a:moveTo>
                <a:lnTo>
                  <a:pt x="2453917" y="0"/>
                </a:lnTo>
                <a:lnTo>
                  <a:pt x="24539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-739697">
            <a:off x="10744226" y="9116460"/>
            <a:ext cx="3013396" cy="2241213"/>
          </a:xfrm>
          <a:custGeom>
            <a:avLst/>
            <a:gdLst/>
            <a:ahLst/>
            <a:cxnLst/>
            <a:rect r="r" b="b" t="t" l="l"/>
            <a:pathLst>
              <a:path h="2241213" w="3013396">
                <a:moveTo>
                  <a:pt x="0" y="0"/>
                </a:moveTo>
                <a:lnTo>
                  <a:pt x="3013396" y="0"/>
                </a:lnTo>
                <a:lnTo>
                  <a:pt x="3013396" y="2241213"/>
                </a:lnTo>
                <a:lnTo>
                  <a:pt x="0" y="22412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443763" y="1276350"/>
            <a:ext cx="12061760" cy="197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4"/>
              </a:lnSpc>
              <a:spcBef>
                <a:spcPct val="0"/>
              </a:spcBef>
            </a:pPr>
            <a:r>
              <a:rPr lang="en-US" b="true" sz="8454">
                <a:solidFill>
                  <a:srgbClr val="613192"/>
                </a:solidFill>
                <a:latin typeface="Palanquin Dark Bold"/>
                <a:ea typeface="Palanquin Dark Bold"/>
                <a:cs typeface="Palanquin Dark Bold"/>
                <a:sym typeface="Palanquin Dark Bold"/>
              </a:rPr>
              <a:t>PENGERTIAN BARISAN ARITMATIKA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50150" y="4462302"/>
            <a:ext cx="13055373" cy="221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0083" indent="-340041" lvl="1">
              <a:lnSpc>
                <a:spcPts val="4409"/>
              </a:lnSpc>
              <a:buFont typeface="Arial"/>
              <a:buChar char="•"/>
            </a:pPr>
            <a:r>
              <a:rPr lang="en-US" sz="3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Barisan Aritmatika</a:t>
            </a:r>
          </a:p>
          <a:p>
            <a:pPr algn="l">
              <a:lnSpc>
                <a:spcPts val="4409"/>
              </a:lnSpc>
            </a:pPr>
            <a:r>
              <a:rPr lang="en-US" sz="3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adalah sebuah kumpulan angka angka yang memiliki selisih atau lompatan yang sama</a:t>
            </a:r>
          </a:p>
          <a:p>
            <a:pPr algn="l">
              <a:lnSpc>
                <a:spcPts val="4409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1275293">
            <a:off x="-5262831" y="-703918"/>
            <a:ext cx="7315200" cy="1847088"/>
          </a:xfrm>
          <a:custGeom>
            <a:avLst/>
            <a:gdLst/>
            <a:ahLst/>
            <a:cxnLst/>
            <a:rect r="r" b="b" t="t" l="l"/>
            <a:pathLst>
              <a:path h="1847088" w="7315200">
                <a:moveTo>
                  <a:pt x="0" y="0"/>
                </a:moveTo>
                <a:lnTo>
                  <a:pt x="7315200" y="0"/>
                </a:lnTo>
                <a:lnTo>
                  <a:pt x="7315200" y="1847088"/>
                </a:lnTo>
                <a:lnTo>
                  <a:pt x="0" y="18470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true" flipV="false" rot="1275293">
            <a:off x="15958809" y="9229955"/>
            <a:ext cx="7315200" cy="1847088"/>
          </a:xfrm>
          <a:custGeom>
            <a:avLst/>
            <a:gdLst/>
            <a:ahLst/>
            <a:cxnLst/>
            <a:rect r="r" b="b" t="t" l="l"/>
            <a:pathLst>
              <a:path h="1847088" w="7315200">
                <a:moveTo>
                  <a:pt x="7315200" y="0"/>
                </a:moveTo>
                <a:lnTo>
                  <a:pt x="0" y="0"/>
                </a:lnTo>
                <a:lnTo>
                  <a:pt x="0" y="1847088"/>
                </a:lnTo>
                <a:lnTo>
                  <a:pt x="7315200" y="184708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push dir="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66389">
            <a:off x="12965097" y="-751604"/>
            <a:ext cx="9764520" cy="2135989"/>
          </a:xfrm>
          <a:custGeom>
            <a:avLst/>
            <a:gdLst/>
            <a:ahLst/>
            <a:cxnLst/>
            <a:rect r="r" b="b" t="t" l="l"/>
            <a:pathLst>
              <a:path h="2135989" w="9764520">
                <a:moveTo>
                  <a:pt x="0" y="0"/>
                </a:moveTo>
                <a:lnTo>
                  <a:pt x="9764519" y="0"/>
                </a:lnTo>
                <a:lnTo>
                  <a:pt x="9764519" y="2135988"/>
                </a:lnTo>
                <a:lnTo>
                  <a:pt x="0" y="21359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166389">
            <a:off x="-2656986" y="8567122"/>
            <a:ext cx="9764520" cy="2135989"/>
          </a:xfrm>
          <a:custGeom>
            <a:avLst/>
            <a:gdLst/>
            <a:ahLst/>
            <a:cxnLst/>
            <a:rect r="r" b="b" t="t" l="l"/>
            <a:pathLst>
              <a:path h="2135989" w="9764520">
                <a:moveTo>
                  <a:pt x="0" y="0"/>
                </a:moveTo>
                <a:lnTo>
                  <a:pt x="9764520" y="0"/>
                </a:lnTo>
                <a:lnTo>
                  <a:pt x="9764520" y="2135989"/>
                </a:lnTo>
                <a:lnTo>
                  <a:pt x="0" y="21359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915318">
            <a:off x="-2660618" y="-2937851"/>
            <a:ext cx="6288663" cy="5545458"/>
          </a:xfrm>
          <a:custGeom>
            <a:avLst/>
            <a:gdLst/>
            <a:ahLst/>
            <a:cxnLst/>
            <a:rect r="r" b="b" t="t" l="l"/>
            <a:pathLst>
              <a:path h="5545458" w="6288663">
                <a:moveTo>
                  <a:pt x="0" y="0"/>
                </a:moveTo>
                <a:lnTo>
                  <a:pt x="6288664" y="0"/>
                </a:lnTo>
                <a:lnTo>
                  <a:pt x="6288664" y="5545457"/>
                </a:lnTo>
                <a:lnTo>
                  <a:pt x="0" y="55454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7813358">
            <a:off x="15768697" y="9226962"/>
            <a:ext cx="2402168" cy="2096437"/>
          </a:xfrm>
          <a:custGeom>
            <a:avLst/>
            <a:gdLst/>
            <a:ahLst/>
            <a:cxnLst/>
            <a:rect r="r" b="b" t="t" l="l"/>
            <a:pathLst>
              <a:path h="2096437" w="2402168">
                <a:moveTo>
                  <a:pt x="0" y="0"/>
                </a:moveTo>
                <a:lnTo>
                  <a:pt x="2402168" y="0"/>
                </a:lnTo>
                <a:lnTo>
                  <a:pt x="2402168" y="2096438"/>
                </a:lnTo>
                <a:lnTo>
                  <a:pt x="0" y="20964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32257">
            <a:off x="12763355" y="9230099"/>
            <a:ext cx="1888180" cy="1524276"/>
          </a:xfrm>
          <a:custGeom>
            <a:avLst/>
            <a:gdLst/>
            <a:ahLst/>
            <a:cxnLst/>
            <a:rect r="r" b="b" t="t" l="l"/>
            <a:pathLst>
              <a:path h="1524276" w="1888180">
                <a:moveTo>
                  <a:pt x="0" y="0"/>
                </a:moveTo>
                <a:lnTo>
                  <a:pt x="1888179" y="0"/>
                </a:lnTo>
                <a:lnTo>
                  <a:pt x="1888179" y="1524276"/>
                </a:lnTo>
                <a:lnTo>
                  <a:pt x="0" y="15242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69816" y="2189457"/>
            <a:ext cx="2180851" cy="2436705"/>
          </a:xfrm>
          <a:custGeom>
            <a:avLst/>
            <a:gdLst/>
            <a:ahLst/>
            <a:cxnLst/>
            <a:rect r="r" b="b" t="t" l="l"/>
            <a:pathLst>
              <a:path h="2436705" w="2180851">
                <a:moveTo>
                  <a:pt x="0" y="0"/>
                </a:moveTo>
                <a:lnTo>
                  <a:pt x="2180851" y="0"/>
                </a:lnTo>
                <a:lnTo>
                  <a:pt x="2180851" y="2436705"/>
                </a:lnTo>
                <a:lnTo>
                  <a:pt x="0" y="2436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51466" y="6892043"/>
            <a:ext cx="5585069" cy="1152578"/>
          </a:xfrm>
          <a:custGeom>
            <a:avLst/>
            <a:gdLst/>
            <a:ahLst/>
            <a:cxnLst/>
            <a:rect r="r" b="b" t="t" l="l"/>
            <a:pathLst>
              <a:path h="1152578" w="5585069">
                <a:moveTo>
                  <a:pt x="0" y="0"/>
                </a:moveTo>
                <a:lnTo>
                  <a:pt x="5585068" y="0"/>
                </a:lnTo>
                <a:lnTo>
                  <a:pt x="5585068" y="1152578"/>
                </a:lnTo>
                <a:lnTo>
                  <a:pt x="0" y="1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9851" t="0" r="-62248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794738" y="4209770"/>
            <a:ext cx="8698523" cy="1987062"/>
            <a:chOff x="0" y="0"/>
            <a:chExt cx="2290969" cy="5233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90969" cy="523341"/>
            </a:xfrm>
            <a:custGeom>
              <a:avLst/>
              <a:gdLst/>
              <a:ahLst/>
              <a:cxnLst/>
              <a:rect r="r" b="b" t="t" l="l"/>
              <a:pathLst>
                <a:path h="523341" w="2290969">
                  <a:moveTo>
                    <a:pt x="45391" y="0"/>
                  </a:moveTo>
                  <a:lnTo>
                    <a:pt x="2245578" y="0"/>
                  </a:lnTo>
                  <a:cubicBezTo>
                    <a:pt x="2257616" y="0"/>
                    <a:pt x="2269162" y="4782"/>
                    <a:pt x="2277674" y="13295"/>
                  </a:cubicBezTo>
                  <a:cubicBezTo>
                    <a:pt x="2286187" y="21807"/>
                    <a:pt x="2290969" y="33353"/>
                    <a:pt x="2290969" y="45391"/>
                  </a:cubicBezTo>
                  <a:lnTo>
                    <a:pt x="2290969" y="477950"/>
                  </a:lnTo>
                  <a:cubicBezTo>
                    <a:pt x="2290969" y="503019"/>
                    <a:pt x="2270647" y="523341"/>
                    <a:pt x="2245578" y="523341"/>
                  </a:cubicBezTo>
                  <a:lnTo>
                    <a:pt x="45391" y="523341"/>
                  </a:lnTo>
                  <a:cubicBezTo>
                    <a:pt x="20322" y="523341"/>
                    <a:pt x="0" y="503019"/>
                    <a:pt x="0" y="477950"/>
                  </a:cubicBezTo>
                  <a:lnTo>
                    <a:pt x="0" y="45391"/>
                  </a:lnTo>
                  <a:cubicBezTo>
                    <a:pt x="0" y="20322"/>
                    <a:pt x="20322" y="0"/>
                    <a:pt x="45391" y="0"/>
                  </a:cubicBezTo>
                  <a:close/>
                </a:path>
              </a:pathLst>
            </a:custGeom>
            <a:solidFill>
              <a:srgbClr val="E1E1E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290969" cy="551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430204" y="3821875"/>
            <a:ext cx="9427591" cy="2643250"/>
          </a:xfrm>
          <a:custGeom>
            <a:avLst/>
            <a:gdLst/>
            <a:ahLst/>
            <a:cxnLst/>
            <a:rect r="r" b="b" t="t" l="l"/>
            <a:pathLst>
              <a:path h="2643250" w="9427591">
                <a:moveTo>
                  <a:pt x="0" y="0"/>
                </a:moveTo>
                <a:lnTo>
                  <a:pt x="9427592" y="0"/>
                </a:lnTo>
                <a:lnTo>
                  <a:pt x="9427592" y="2643250"/>
                </a:lnTo>
                <a:lnTo>
                  <a:pt x="0" y="2643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140654" y="1775911"/>
            <a:ext cx="13613877" cy="1926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4"/>
              </a:lnSpc>
            </a:pPr>
            <a:r>
              <a:rPr lang="en-US" b="true" sz="8082">
                <a:solidFill>
                  <a:srgbClr val="ECC02C"/>
                </a:solidFill>
                <a:latin typeface="Palanquin Dark Bold"/>
                <a:ea typeface="Palanquin Dark Bold"/>
                <a:cs typeface="Palanquin Dark Bold"/>
                <a:sym typeface="Palanquin Dark Bold"/>
              </a:rPr>
              <a:t>RUMUS MENENTUKAN BARISAN ARITMATIKA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04034" y="6974618"/>
            <a:ext cx="2561877" cy="49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1"/>
              </a:lnSpc>
              <a:spcBef>
                <a:spcPct val="0"/>
              </a:spcBef>
            </a:pPr>
            <a:r>
              <a:rPr lang="en-US" sz="2972">
                <a:solidFill>
                  <a:srgbClr val="000000"/>
                </a:solidFill>
                <a:latin typeface="Betm rounded"/>
                <a:ea typeface="Betm rounded"/>
                <a:cs typeface="Betm rounded"/>
                <a:sym typeface="Betm rounded"/>
              </a:rPr>
              <a:t>Suku Pertama (a)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49773" y="6905783"/>
            <a:ext cx="1727196" cy="602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3"/>
              </a:lnSpc>
              <a:spcBef>
                <a:spcPct val="0"/>
              </a:spcBef>
            </a:pPr>
            <a:r>
              <a:rPr lang="en-US" sz="3509">
                <a:solidFill>
                  <a:srgbClr val="000000"/>
                </a:solidFill>
                <a:latin typeface="Betm rounded"/>
                <a:ea typeface="Betm rounded"/>
                <a:cs typeface="Betm rounded"/>
                <a:sym typeface="Betm rounded"/>
              </a:rPr>
              <a:t>Beda (b)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22352" y="7420707"/>
            <a:ext cx="2125241" cy="40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  <a:spcBef>
                <a:spcPct val="0"/>
              </a:spcBef>
            </a:pPr>
            <a:r>
              <a:rPr lang="en-US" sz="2391">
                <a:solidFill>
                  <a:srgbClr val="000000"/>
                </a:solidFill>
                <a:latin typeface="Betm rounded"/>
                <a:ea typeface="Betm rounded"/>
                <a:cs typeface="Betm rounded"/>
                <a:sym typeface="Betm rounded"/>
              </a:rPr>
              <a:t>Nilai awal barisan.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50666" y="7439138"/>
            <a:ext cx="1925410" cy="369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sz="2145">
                <a:solidFill>
                  <a:srgbClr val="000000"/>
                </a:solidFill>
                <a:latin typeface="Betm rounded"/>
                <a:ea typeface="Betm rounded"/>
                <a:cs typeface="Betm rounded"/>
                <a:sym typeface="Betm rounded"/>
              </a:rPr>
              <a:t>Selisih antar suku.</a:t>
            </a:r>
          </a:p>
        </p:txBody>
      </p:sp>
      <p:sp>
        <p:nvSpPr>
          <p:cNvPr name="AutoShape 19" id="19"/>
          <p:cNvSpPr/>
          <p:nvPr/>
        </p:nvSpPr>
        <p:spPr>
          <a:xfrm flipV="true">
            <a:off x="9490208" y="7022243"/>
            <a:ext cx="0" cy="91466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02353" y="-733209"/>
            <a:ext cx="3516284" cy="4114800"/>
          </a:xfrm>
          <a:custGeom>
            <a:avLst/>
            <a:gdLst/>
            <a:ahLst/>
            <a:cxnLst/>
            <a:rect r="r" b="b" t="t" l="l"/>
            <a:pathLst>
              <a:path h="4114800" w="3516284">
                <a:moveTo>
                  <a:pt x="0" y="0"/>
                </a:moveTo>
                <a:lnTo>
                  <a:pt x="3516283" y="0"/>
                </a:lnTo>
                <a:lnTo>
                  <a:pt x="3516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6283706" y="-561759"/>
            <a:ext cx="4230168" cy="4114800"/>
          </a:xfrm>
          <a:custGeom>
            <a:avLst/>
            <a:gdLst/>
            <a:ahLst/>
            <a:cxnLst/>
            <a:rect r="r" b="b" t="t" l="l"/>
            <a:pathLst>
              <a:path h="4114800" w="4230168">
                <a:moveTo>
                  <a:pt x="0" y="0"/>
                </a:moveTo>
                <a:lnTo>
                  <a:pt x="4230168" y="0"/>
                </a:lnTo>
                <a:lnTo>
                  <a:pt x="42301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54025" y="9258300"/>
            <a:ext cx="7550526" cy="2519988"/>
          </a:xfrm>
          <a:custGeom>
            <a:avLst/>
            <a:gdLst/>
            <a:ahLst/>
            <a:cxnLst/>
            <a:rect r="r" b="b" t="t" l="l"/>
            <a:pathLst>
              <a:path h="2519988" w="7550526">
                <a:moveTo>
                  <a:pt x="0" y="0"/>
                </a:moveTo>
                <a:lnTo>
                  <a:pt x="7550526" y="0"/>
                </a:lnTo>
                <a:lnTo>
                  <a:pt x="7550526" y="2519988"/>
                </a:lnTo>
                <a:lnTo>
                  <a:pt x="0" y="25199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901544" y="9295611"/>
            <a:ext cx="9315954" cy="2282409"/>
          </a:xfrm>
          <a:custGeom>
            <a:avLst/>
            <a:gdLst/>
            <a:ahLst/>
            <a:cxnLst/>
            <a:rect r="r" b="b" t="t" l="l"/>
            <a:pathLst>
              <a:path h="2282409" w="9315954">
                <a:moveTo>
                  <a:pt x="0" y="0"/>
                </a:moveTo>
                <a:lnTo>
                  <a:pt x="9315955" y="0"/>
                </a:lnTo>
                <a:lnTo>
                  <a:pt x="9315955" y="2282408"/>
                </a:lnTo>
                <a:lnTo>
                  <a:pt x="0" y="22824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false" rot="0">
            <a:off x="14092972" y="9295611"/>
            <a:ext cx="4249053" cy="1880206"/>
          </a:xfrm>
          <a:custGeom>
            <a:avLst/>
            <a:gdLst/>
            <a:ahLst/>
            <a:cxnLst/>
            <a:rect r="r" b="b" t="t" l="l"/>
            <a:pathLst>
              <a:path h="1880206" w="4249053">
                <a:moveTo>
                  <a:pt x="4249053" y="0"/>
                </a:moveTo>
                <a:lnTo>
                  <a:pt x="0" y="0"/>
                </a:lnTo>
                <a:lnTo>
                  <a:pt x="0" y="1880205"/>
                </a:lnTo>
                <a:lnTo>
                  <a:pt x="4249053" y="1880205"/>
                </a:lnTo>
                <a:lnTo>
                  <a:pt x="4249053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2168161" y="1590381"/>
            <a:ext cx="13951678" cy="205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07"/>
              </a:lnSpc>
            </a:pPr>
            <a:r>
              <a:rPr lang="en-US" b="true" sz="5862">
                <a:solidFill>
                  <a:srgbClr val="FF3131"/>
                </a:solidFill>
                <a:latin typeface="Palanquin Dark Bold"/>
                <a:ea typeface="Palanquin Dark Bold"/>
                <a:cs typeface="Palanquin Dark Bold"/>
                <a:sym typeface="Palanquin Dark Bold"/>
              </a:rPr>
              <a:t>CONTOH SOAL</a:t>
            </a:r>
          </a:p>
          <a:p>
            <a:pPr algn="ctr">
              <a:lnSpc>
                <a:spcPts val="8207"/>
              </a:lnSpc>
              <a:spcBef>
                <a:spcPct val="0"/>
              </a:spcBef>
            </a:pPr>
            <a:r>
              <a:rPr lang="en-US" b="true" sz="5862">
                <a:solidFill>
                  <a:srgbClr val="FF3131"/>
                </a:solidFill>
                <a:latin typeface="Palanquin Dark Bold"/>
                <a:ea typeface="Palanquin Dark Bold"/>
                <a:cs typeface="Palanquin Dark Bold"/>
                <a:sym typeface="Palanquin Dark Bold"/>
              </a:rPr>
              <a:t> BARISAN ARITMATIKA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886260" y="4130860"/>
            <a:ext cx="6717698" cy="2250182"/>
          </a:xfrm>
          <a:custGeom>
            <a:avLst/>
            <a:gdLst/>
            <a:ahLst/>
            <a:cxnLst/>
            <a:rect r="r" b="b" t="t" l="l"/>
            <a:pathLst>
              <a:path h="2250182" w="6717698">
                <a:moveTo>
                  <a:pt x="0" y="0"/>
                </a:moveTo>
                <a:lnTo>
                  <a:pt x="6717697" y="0"/>
                </a:lnTo>
                <a:lnTo>
                  <a:pt x="6717697" y="2250182"/>
                </a:lnTo>
                <a:lnTo>
                  <a:pt x="0" y="225018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56000" y="4389765"/>
            <a:ext cx="2135075" cy="51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6"/>
              </a:lnSpc>
              <a:spcBef>
                <a:spcPct val="0"/>
              </a:spcBef>
            </a:pPr>
            <a:r>
              <a:rPr lang="en-US" sz="3111">
                <a:solidFill>
                  <a:srgbClr val="FF3131"/>
                </a:solidFill>
                <a:latin typeface="Bike Park"/>
                <a:ea typeface="Bike Park"/>
                <a:cs typeface="Bike Park"/>
                <a:sym typeface="Bike Park"/>
              </a:rPr>
              <a:t>contoh soal :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038235" y="4119030"/>
            <a:ext cx="7363506" cy="3334468"/>
            <a:chOff x="0" y="0"/>
            <a:chExt cx="1939360" cy="8782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39360" cy="878214"/>
            </a:xfrm>
            <a:custGeom>
              <a:avLst/>
              <a:gdLst/>
              <a:ahLst/>
              <a:cxnLst/>
              <a:rect r="r" b="b" t="t" l="l"/>
              <a:pathLst>
                <a:path h="878214" w="1939360">
                  <a:moveTo>
                    <a:pt x="26285" y="0"/>
                  </a:moveTo>
                  <a:lnTo>
                    <a:pt x="1913075" y="0"/>
                  </a:lnTo>
                  <a:cubicBezTo>
                    <a:pt x="1927591" y="0"/>
                    <a:pt x="1939360" y="11768"/>
                    <a:pt x="1939360" y="26285"/>
                  </a:cubicBezTo>
                  <a:lnTo>
                    <a:pt x="1939360" y="851929"/>
                  </a:lnTo>
                  <a:cubicBezTo>
                    <a:pt x="1939360" y="858900"/>
                    <a:pt x="1936590" y="865586"/>
                    <a:pt x="1931661" y="870515"/>
                  </a:cubicBezTo>
                  <a:cubicBezTo>
                    <a:pt x="1926732" y="875445"/>
                    <a:pt x="1920046" y="878214"/>
                    <a:pt x="1913075" y="878214"/>
                  </a:cubicBezTo>
                  <a:lnTo>
                    <a:pt x="26285" y="878214"/>
                  </a:lnTo>
                  <a:cubicBezTo>
                    <a:pt x="19314" y="878214"/>
                    <a:pt x="12628" y="875445"/>
                    <a:pt x="7699" y="870515"/>
                  </a:cubicBezTo>
                  <a:cubicBezTo>
                    <a:pt x="2769" y="865586"/>
                    <a:pt x="0" y="858900"/>
                    <a:pt x="0" y="851929"/>
                  </a:cubicBezTo>
                  <a:lnTo>
                    <a:pt x="0" y="26285"/>
                  </a:lnTo>
                  <a:cubicBezTo>
                    <a:pt x="0" y="19314"/>
                    <a:pt x="2769" y="12628"/>
                    <a:pt x="7699" y="7699"/>
                  </a:cubicBezTo>
                  <a:cubicBezTo>
                    <a:pt x="12628" y="2769"/>
                    <a:pt x="19314" y="0"/>
                    <a:pt x="2628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939360" cy="906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262035" y="4361190"/>
            <a:ext cx="6365250" cy="650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3"/>
              </a:lnSpc>
              <a:spcBef>
                <a:spcPct val="0"/>
              </a:spcBef>
            </a:pPr>
            <a:r>
              <a:rPr lang="en-US" sz="3781">
                <a:solidFill>
                  <a:srgbClr val="FF3131"/>
                </a:solidFill>
                <a:latin typeface="Bike Park"/>
                <a:ea typeface="Bike Park"/>
                <a:cs typeface="Bike Park"/>
                <a:sym typeface="Bike Park"/>
              </a:rPr>
              <a:t>langkah-langkah penyelesain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50206" y="5067300"/>
            <a:ext cx="990458" cy="136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7"/>
              </a:lnSpc>
            </a:pPr>
            <a:r>
              <a:rPr lang="en-US" sz="3912" b="true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 = 1</a:t>
            </a:r>
          </a:p>
          <a:p>
            <a:pPr algn="l">
              <a:lnSpc>
                <a:spcPts val="5477"/>
              </a:lnSpc>
              <a:spcBef>
                <a:spcPct val="0"/>
              </a:spcBef>
            </a:pPr>
            <a:r>
              <a:rPr lang="en-US" b="true" sz="3912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 =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56000" y="4963641"/>
            <a:ext cx="3466655" cy="102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7"/>
              </a:lnSpc>
            </a:pPr>
            <a:r>
              <a:rPr lang="en-US" sz="2998">
                <a:solidFill>
                  <a:srgbClr val="FF3131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1, 4, 7, 10, 13</a:t>
            </a:r>
          </a:p>
          <a:p>
            <a:pPr algn="just">
              <a:lnSpc>
                <a:spcPts val="4197"/>
              </a:lnSpc>
              <a:spcBef>
                <a:spcPct val="0"/>
              </a:spcBef>
            </a:pPr>
            <a:r>
              <a:rPr lang="en-US" sz="2998">
                <a:solidFill>
                  <a:srgbClr val="FF3131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Tentukan U30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09718" y="5076825"/>
            <a:ext cx="2904774" cy="213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8"/>
              </a:lnSpc>
            </a:pPr>
            <a:r>
              <a:rPr lang="en-US" sz="3020" b="true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Un = a + (n - 1)b</a:t>
            </a:r>
          </a:p>
          <a:p>
            <a:pPr algn="l">
              <a:lnSpc>
                <a:spcPts val="4228"/>
              </a:lnSpc>
            </a:pPr>
            <a:r>
              <a:rPr lang="en-US" sz="3020" b="true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U30 = 1 + (30 - 1).3</a:t>
            </a:r>
          </a:p>
          <a:p>
            <a:pPr algn="l">
              <a:lnSpc>
                <a:spcPts val="4228"/>
              </a:lnSpc>
            </a:pPr>
            <a:r>
              <a:rPr lang="en-US" sz="3020" b="true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  = 29.3 = 87</a:t>
            </a:r>
          </a:p>
          <a:p>
            <a:pPr algn="l">
              <a:lnSpc>
                <a:spcPts val="4228"/>
              </a:lnSpc>
              <a:spcBef>
                <a:spcPct val="0"/>
              </a:spcBef>
            </a:pPr>
            <a:r>
              <a:rPr lang="en-US" b="true" sz="3020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  = 87 + 1 = 88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3721238" y="7586848"/>
            <a:ext cx="10828902" cy="1121193"/>
            <a:chOff x="0" y="0"/>
            <a:chExt cx="2852056" cy="2952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52057" cy="295294"/>
            </a:xfrm>
            <a:custGeom>
              <a:avLst/>
              <a:gdLst/>
              <a:ahLst/>
              <a:cxnLst/>
              <a:rect r="r" b="b" t="t" l="l"/>
              <a:pathLst>
                <a:path h="295294" w="2852057">
                  <a:moveTo>
                    <a:pt x="17873" y="0"/>
                  </a:moveTo>
                  <a:lnTo>
                    <a:pt x="2834183" y="0"/>
                  </a:lnTo>
                  <a:cubicBezTo>
                    <a:pt x="2838924" y="0"/>
                    <a:pt x="2843470" y="1883"/>
                    <a:pt x="2846822" y="5235"/>
                  </a:cubicBezTo>
                  <a:cubicBezTo>
                    <a:pt x="2850174" y="8587"/>
                    <a:pt x="2852057" y="13133"/>
                    <a:pt x="2852057" y="17873"/>
                  </a:cubicBezTo>
                  <a:lnTo>
                    <a:pt x="2852057" y="277420"/>
                  </a:lnTo>
                  <a:cubicBezTo>
                    <a:pt x="2852057" y="287292"/>
                    <a:pt x="2844054" y="295294"/>
                    <a:pt x="2834183" y="295294"/>
                  </a:cubicBezTo>
                  <a:lnTo>
                    <a:pt x="17873" y="295294"/>
                  </a:lnTo>
                  <a:cubicBezTo>
                    <a:pt x="8002" y="295294"/>
                    <a:pt x="0" y="287292"/>
                    <a:pt x="0" y="277420"/>
                  </a:cubicBezTo>
                  <a:lnTo>
                    <a:pt x="0" y="17873"/>
                  </a:lnTo>
                  <a:cubicBezTo>
                    <a:pt x="0" y="8002"/>
                    <a:pt x="8002" y="0"/>
                    <a:pt x="1787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852056" cy="323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862954" y="7712526"/>
            <a:ext cx="10562093" cy="822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6"/>
              </a:lnSpc>
              <a:spcBef>
                <a:spcPct val="0"/>
              </a:spcBef>
            </a:pPr>
            <a:r>
              <a:rPr lang="en-US" sz="2390">
                <a:solidFill>
                  <a:srgbClr val="FF3131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Kuncinya : kalau kita tau a berapa dan (b) berapa, kita bisa mencari (Un) suku ke berapapun</a:t>
            </a:r>
          </a:p>
        </p:txBody>
      </p:sp>
    </p:spTree>
  </p:cSld>
  <p:clrMapOvr>
    <a:masterClrMapping/>
  </p:clrMapOvr>
  <p:transition spd="slow">
    <p:push dir="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95205" y="7613146"/>
            <a:ext cx="4230168" cy="4114800"/>
          </a:xfrm>
          <a:custGeom>
            <a:avLst/>
            <a:gdLst/>
            <a:ahLst/>
            <a:cxnLst/>
            <a:rect r="r" b="b" t="t" l="l"/>
            <a:pathLst>
              <a:path h="4114800" w="4230168">
                <a:moveTo>
                  <a:pt x="0" y="0"/>
                </a:moveTo>
                <a:lnTo>
                  <a:pt x="4230169" y="0"/>
                </a:lnTo>
                <a:lnTo>
                  <a:pt x="42301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60017" y="-1618270"/>
            <a:ext cx="4533538" cy="5293940"/>
          </a:xfrm>
          <a:custGeom>
            <a:avLst/>
            <a:gdLst/>
            <a:ahLst/>
            <a:cxnLst/>
            <a:rect r="r" b="b" t="t" l="l"/>
            <a:pathLst>
              <a:path h="5293940" w="4533538">
                <a:moveTo>
                  <a:pt x="0" y="0"/>
                </a:moveTo>
                <a:lnTo>
                  <a:pt x="4533538" y="0"/>
                </a:lnTo>
                <a:lnTo>
                  <a:pt x="4533538" y="5293940"/>
                </a:lnTo>
                <a:lnTo>
                  <a:pt x="0" y="5293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312694" y="9074257"/>
            <a:ext cx="7315200" cy="1847088"/>
          </a:xfrm>
          <a:custGeom>
            <a:avLst/>
            <a:gdLst/>
            <a:ahLst/>
            <a:cxnLst/>
            <a:rect r="r" b="b" t="t" l="l"/>
            <a:pathLst>
              <a:path h="1847088" w="7315200">
                <a:moveTo>
                  <a:pt x="7315200" y="0"/>
                </a:moveTo>
                <a:lnTo>
                  <a:pt x="0" y="0"/>
                </a:lnTo>
                <a:lnTo>
                  <a:pt x="0" y="1847088"/>
                </a:lnTo>
                <a:lnTo>
                  <a:pt x="7315200" y="184708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2387861" y="23037"/>
            <a:ext cx="5059349" cy="1618992"/>
          </a:xfrm>
          <a:custGeom>
            <a:avLst/>
            <a:gdLst/>
            <a:ahLst/>
            <a:cxnLst/>
            <a:rect r="r" b="b" t="t" l="l"/>
            <a:pathLst>
              <a:path h="1618992" w="5059349">
                <a:moveTo>
                  <a:pt x="0" y="0"/>
                </a:moveTo>
                <a:lnTo>
                  <a:pt x="5059350" y="0"/>
                </a:lnTo>
                <a:lnTo>
                  <a:pt x="5059350" y="1618992"/>
                </a:lnTo>
                <a:lnTo>
                  <a:pt x="0" y="16189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028700" y="3334470"/>
            <a:ext cx="8726974" cy="2359596"/>
            <a:chOff x="0" y="0"/>
            <a:chExt cx="2298462" cy="6214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98462" cy="621457"/>
            </a:xfrm>
            <a:custGeom>
              <a:avLst/>
              <a:gdLst/>
              <a:ahLst/>
              <a:cxnLst/>
              <a:rect r="r" b="b" t="t" l="l"/>
              <a:pathLst>
                <a:path h="621457" w="2298462">
                  <a:moveTo>
                    <a:pt x="22178" y="0"/>
                  </a:moveTo>
                  <a:lnTo>
                    <a:pt x="2276284" y="0"/>
                  </a:lnTo>
                  <a:cubicBezTo>
                    <a:pt x="2282166" y="0"/>
                    <a:pt x="2287807" y="2337"/>
                    <a:pt x="2291966" y="6496"/>
                  </a:cubicBezTo>
                  <a:cubicBezTo>
                    <a:pt x="2296126" y="10655"/>
                    <a:pt x="2298462" y="16296"/>
                    <a:pt x="2298462" y="22178"/>
                  </a:cubicBezTo>
                  <a:lnTo>
                    <a:pt x="2298462" y="599279"/>
                  </a:lnTo>
                  <a:cubicBezTo>
                    <a:pt x="2298462" y="611528"/>
                    <a:pt x="2288533" y="621457"/>
                    <a:pt x="2276284" y="621457"/>
                  </a:cubicBezTo>
                  <a:lnTo>
                    <a:pt x="22178" y="621457"/>
                  </a:lnTo>
                  <a:cubicBezTo>
                    <a:pt x="16296" y="621457"/>
                    <a:pt x="10655" y="619121"/>
                    <a:pt x="6496" y="614961"/>
                  </a:cubicBezTo>
                  <a:cubicBezTo>
                    <a:pt x="2337" y="610802"/>
                    <a:pt x="0" y="605161"/>
                    <a:pt x="0" y="599279"/>
                  </a:cubicBezTo>
                  <a:lnTo>
                    <a:pt x="0" y="22178"/>
                  </a:lnTo>
                  <a:cubicBezTo>
                    <a:pt x="0" y="16296"/>
                    <a:pt x="2337" y="10655"/>
                    <a:pt x="6496" y="6496"/>
                  </a:cubicBezTo>
                  <a:cubicBezTo>
                    <a:pt x="10655" y="2337"/>
                    <a:pt x="16296" y="0"/>
                    <a:pt x="221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98462" cy="650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087293"/>
            <a:ext cx="15630681" cy="94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8"/>
              </a:lnSpc>
              <a:spcBef>
                <a:spcPct val="0"/>
              </a:spcBef>
            </a:pPr>
            <a:r>
              <a:rPr lang="en-US" b="true" sz="5563">
                <a:solidFill>
                  <a:srgbClr val="613192"/>
                </a:solidFill>
                <a:latin typeface="Palanquin Dark Bold"/>
                <a:ea typeface="Palanquin Dark Bold"/>
                <a:cs typeface="Palanquin Dark Bold"/>
                <a:sym typeface="Palanquin Dark Bold"/>
              </a:rPr>
              <a:t>CONTOH SOAL BARISAN ARITMATIKA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2914" y="3360161"/>
            <a:ext cx="8011086" cy="23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</a:p>
          <a:p>
            <a:pPr algn="l" marL="483396" indent="-241698" lvl="1">
              <a:lnSpc>
                <a:spcPts val="3134"/>
              </a:lnSpc>
              <a:buAutoNum type="arabicPeriod" startAt="1"/>
            </a:pPr>
            <a:r>
              <a:rPr lang="en-US" b="true" sz="2238">
                <a:solidFill>
                  <a:srgbClr val="090505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4, 1, -2, -5,.............Tentukan U27?</a:t>
            </a:r>
          </a:p>
          <a:p>
            <a:pPr algn="l" marL="483396" indent="-241698" lvl="1">
              <a:lnSpc>
                <a:spcPts val="3134"/>
              </a:lnSpc>
              <a:buAutoNum type="arabicPeriod" startAt="1"/>
            </a:pPr>
            <a:r>
              <a:rPr lang="en-US" b="true" sz="2238">
                <a:solidFill>
                  <a:srgbClr val="090505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-10, -3, 4, 11,........Tentukan U15?</a:t>
            </a:r>
          </a:p>
          <a:p>
            <a:pPr algn="l" marL="483396" indent="-241698" lvl="1">
              <a:lnSpc>
                <a:spcPts val="3134"/>
              </a:lnSpc>
              <a:buAutoNum type="arabicPeriod" startAt="1"/>
            </a:pPr>
            <a:r>
              <a:rPr lang="en-US" b="true" sz="2238">
                <a:solidFill>
                  <a:srgbClr val="090505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-20, -26, -32, 38,........Tentukan U20?</a:t>
            </a:r>
          </a:p>
          <a:p>
            <a:pPr algn="l" marL="483396" indent="-241698" lvl="1">
              <a:lnSpc>
                <a:spcPts val="3134"/>
              </a:lnSpc>
              <a:buAutoNum type="arabicPeriod" startAt="1"/>
            </a:pPr>
            <a:r>
              <a:rPr lang="en-US" b="true" sz="2238">
                <a:solidFill>
                  <a:srgbClr val="090505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diketahui U3 = 14, U6 = 29. tentukan U10?</a:t>
            </a:r>
          </a:p>
          <a:p>
            <a:pPr algn="l">
              <a:lnSpc>
                <a:spcPts val="3134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8964619" y="5998865"/>
            <a:ext cx="8726974" cy="2359596"/>
            <a:chOff x="0" y="0"/>
            <a:chExt cx="2298462" cy="6214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8462" cy="621457"/>
            </a:xfrm>
            <a:custGeom>
              <a:avLst/>
              <a:gdLst/>
              <a:ahLst/>
              <a:cxnLst/>
              <a:rect r="r" b="b" t="t" l="l"/>
              <a:pathLst>
                <a:path h="621457" w="2298462">
                  <a:moveTo>
                    <a:pt x="22178" y="0"/>
                  </a:moveTo>
                  <a:lnTo>
                    <a:pt x="2276284" y="0"/>
                  </a:lnTo>
                  <a:cubicBezTo>
                    <a:pt x="2282166" y="0"/>
                    <a:pt x="2287807" y="2337"/>
                    <a:pt x="2291966" y="6496"/>
                  </a:cubicBezTo>
                  <a:cubicBezTo>
                    <a:pt x="2296126" y="10655"/>
                    <a:pt x="2298462" y="16296"/>
                    <a:pt x="2298462" y="22178"/>
                  </a:cubicBezTo>
                  <a:lnTo>
                    <a:pt x="2298462" y="599279"/>
                  </a:lnTo>
                  <a:cubicBezTo>
                    <a:pt x="2298462" y="611528"/>
                    <a:pt x="2288533" y="621457"/>
                    <a:pt x="2276284" y="621457"/>
                  </a:cubicBezTo>
                  <a:lnTo>
                    <a:pt x="22178" y="621457"/>
                  </a:lnTo>
                  <a:cubicBezTo>
                    <a:pt x="16296" y="621457"/>
                    <a:pt x="10655" y="619121"/>
                    <a:pt x="6496" y="614961"/>
                  </a:cubicBezTo>
                  <a:cubicBezTo>
                    <a:pt x="2337" y="610802"/>
                    <a:pt x="0" y="605161"/>
                    <a:pt x="0" y="599279"/>
                  </a:cubicBezTo>
                  <a:lnTo>
                    <a:pt x="0" y="22178"/>
                  </a:lnTo>
                  <a:cubicBezTo>
                    <a:pt x="0" y="16296"/>
                    <a:pt x="2337" y="10655"/>
                    <a:pt x="6496" y="6496"/>
                  </a:cubicBezTo>
                  <a:cubicBezTo>
                    <a:pt x="10655" y="2337"/>
                    <a:pt x="16296" y="0"/>
                    <a:pt x="221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298462" cy="650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Betm rounded"/>
                  <a:ea typeface="Betm rounded"/>
                  <a:cs typeface="Betm rounded"/>
                  <a:sym typeface="Betm rounded"/>
                </a:rPr>
                <a:t>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322563" y="6573686"/>
            <a:ext cx="8011086" cy="11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2238" b="true">
                <a:solidFill>
                  <a:srgbClr val="090505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Notes : Ingat ya teman-teman kuncinya adalah ketahui nilai a dan b terlebih dahulu ya, gampang kokkkkkkkk silahkan dicoba yaaaaaaa teman-teman</a:t>
            </a:r>
          </a:p>
        </p:txBody>
      </p:sp>
    </p:spTree>
  </p:cSld>
  <p:clrMapOvr>
    <a:masterClrMapping/>
  </p:clrMapOvr>
  <p:transition spd="slow">
    <p:push dir="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3004" y="4454489"/>
            <a:ext cx="2945712" cy="3888729"/>
          </a:xfrm>
          <a:custGeom>
            <a:avLst/>
            <a:gdLst/>
            <a:ahLst/>
            <a:cxnLst/>
            <a:rect r="r" b="b" t="t" l="l"/>
            <a:pathLst>
              <a:path h="3888729" w="2945712">
                <a:moveTo>
                  <a:pt x="2945712" y="0"/>
                </a:moveTo>
                <a:lnTo>
                  <a:pt x="0" y="0"/>
                </a:lnTo>
                <a:lnTo>
                  <a:pt x="0" y="3888728"/>
                </a:lnTo>
                <a:lnTo>
                  <a:pt x="2945712" y="3888728"/>
                </a:lnTo>
                <a:lnTo>
                  <a:pt x="29457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869022">
            <a:off x="-1813784" y="-1569234"/>
            <a:ext cx="6379773" cy="4941424"/>
          </a:xfrm>
          <a:custGeom>
            <a:avLst/>
            <a:gdLst/>
            <a:ahLst/>
            <a:cxnLst/>
            <a:rect r="r" b="b" t="t" l="l"/>
            <a:pathLst>
              <a:path h="4941424" w="6379773">
                <a:moveTo>
                  <a:pt x="0" y="0"/>
                </a:moveTo>
                <a:lnTo>
                  <a:pt x="6379773" y="0"/>
                </a:lnTo>
                <a:lnTo>
                  <a:pt x="6379773" y="4941424"/>
                </a:lnTo>
                <a:lnTo>
                  <a:pt x="0" y="49414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35733" y="9141682"/>
            <a:ext cx="5219396" cy="3074699"/>
          </a:xfrm>
          <a:custGeom>
            <a:avLst/>
            <a:gdLst/>
            <a:ahLst/>
            <a:cxnLst/>
            <a:rect r="r" b="b" t="t" l="l"/>
            <a:pathLst>
              <a:path h="3074699" w="5219396">
                <a:moveTo>
                  <a:pt x="0" y="0"/>
                </a:moveTo>
                <a:lnTo>
                  <a:pt x="5219396" y="0"/>
                </a:lnTo>
                <a:lnTo>
                  <a:pt x="5219396" y="3074699"/>
                </a:lnTo>
                <a:lnTo>
                  <a:pt x="0" y="30746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303078" y="9258300"/>
            <a:ext cx="9764520" cy="2135989"/>
          </a:xfrm>
          <a:custGeom>
            <a:avLst/>
            <a:gdLst/>
            <a:ahLst/>
            <a:cxnLst/>
            <a:rect r="r" b="b" t="t" l="l"/>
            <a:pathLst>
              <a:path h="2135989" w="9764520">
                <a:moveTo>
                  <a:pt x="0" y="0"/>
                </a:moveTo>
                <a:lnTo>
                  <a:pt x="9764519" y="0"/>
                </a:lnTo>
                <a:lnTo>
                  <a:pt x="9764519" y="2135989"/>
                </a:lnTo>
                <a:lnTo>
                  <a:pt x="0" y="21359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5036415" y="-39294"/>
            <a:ext cx="9764520" cy="2135989"/>
          </a:xfrm>
          <a:custGeom>
            <a:avLst/>
            <a:gdLst/>
            <a:ahLst/>
            <a:cxnLst/>
            <a:rect r="r" b="b" t="t" l="l"/>
            <a:pathLst>
              <a:path h="2135989" w="9764520">
                <a:moveTo>
                  <a:pt x="0" y="0"/>
                </a:moveTo>
                <a:lnTo>
                  <a:pt x="9764520" y="0"/>
                </a:lnTo>
                <a:lnTo>
                  <a:pt x="9764520" y="2135988"/>
                </a:lnTo>
                <a:lnTo>
                  <a:pt x="0" y="21359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3176822" y="1435599"/>
            <a:ext cx="11934355" cy="144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FF3131"/>
                </a:solidFill>
                <a:latin typeface="Palanquin Dark Bold"/>
                <a:ea typeface="Palanquin Dark Bold"/>
                <a:cs typeface="Palanquin Dark Bold"/>
                <a:sym typeface="Palanquin Dark Bold"/>
              </a:rPr>
              <a:t>DERET ARITMATIKA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421897" y="4175089"/>
            <a:ext cx="11689281" cy="3671502"/>
            <a:chOff x="0" y="0"/>
            <a:chExt cx="2875097" cy="9030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75097" cy="903043"/>
            </a:xfrm>
            <a:custGeom>
              <a:avLst/>
              <a:gdLst/>
              <a:ahLst/>
              <a:cxnLst/>
              <a:rect r="r" b="b" t="t" l="l"/>
              <a:pathLst>
                <a:path h="903043" w="2875097">
                  <a:moveTo>
                    <a:pt x="16558" y="0"/>
                  </a:moveTo>
                  <a:lnTo>
                    <a:pt x="2858539" y="0"/>
                  </a:lnTo>
                  <a:cubicBezTo>
                    <a:pt x="2867683" y="0"/>
                    <a:pt x="2875097" y="7413"/>
                    <a:pt x="2875097" y="16558"/>
                  </a:cubicBezTo>
                  <a:lnTo>
                    <a:pt x="2875097" y="886485"/>
                  </a:lnTo>
                  <a:cubicBezTo>
                    <a:pt x="2875097" y="890877"/>
                    <a:pt x="2873352" y="895088"/>
                    <a:pt x="2870247" y="898193"/>
                  </a:cubicBezTo>
                  <a:cubicBezTo>
                    <a:pt x="2867142" y="901298"/>
                    <a:pt x="2862930" y="903043"/>
                    <a:pt x="2858539" y="903043"/>
                  </a:cubicBezTo>
                  <a:lnTo>
                    <a:pt x="16558" y="903043"/>
                  </a:lnTo>
                  <a:cubicBezTo>
                    <a:pt x="7413" y="903043"/>
                    <a:pt x="0" y="895630"/>
                    <a:pt x="0" y="886485"/>
                  </a:cubicBezTo>
                  <a:lnTo>
                    <a:pt x="0" y="16558"/>
                  </a:lnTo>
                  <a:cubicBezTo>
                    <a:pt x="0" y="7413"/>
                    <a:pt x="7413" y="0"/>
                    <a:pt x="1655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875097" cy="931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421897" y="3961630"/>
            <a:ext cx="11689281" cy="3671502"/>
            <a:chOff x="0" y="0"/>
            <a:chExt cx="2875097" cy="9030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75097" cy="903043"/>
            </a:xfrm>
            <a:custGeom>
              <a:avLst/>
              <a:gdLst/>
              <a:ahLst/>
              <a:cxnLst/>
              <a:rect r="r" b="b" t="t" l="l"/>
              <a:pathLst>
                <a:path h="903043" w="2875097">
                  <a:moveTo>
                    <a:pt x="16558" y="0"/>
                  </a:moveTo>
                  <a:lnTo>
                    <a:pt x="2858539" y="0"/>
                  </a:lnTo>
                  <a:cubicBezTo>
                    <a:pt x="2867683" y="0"/>
                    <a:pt x="2875097" y="7413"/>
                    <a:pt x="2875097" y="16558"/>
                  </a:cubicBezTo>
                  <a:lnTo>
                    <a:pt x="2875097" y="886485"/>
                  </a:lnTo>
                  <a:cubicBezTo>
                    <a:pt x="2875097" y="890877"/>
                    <a:pt x="2873352" y="895088"/>
                    <a:pt x="2870247" y="898193"/>
                  </a:cubicBezTo>
                  <a:cubicBezTo>
                    <a:pt x="2867142" y="901298"/>
                    <a:pt x="2862930" y="903043"/>
                    <a:pt x="2858539" y="903043"/>
                  </a:cubicBezTo>
                  <a:lnTo>
                    <a:pt x="16558" y="903043"/>
                  </a:lnTo>
                  <a:cubicBezTo>
                    <a:pt x="7413" y="903043"/>
                    <a:pt x="0" y="895630"/>
                    <a:pt x="0" y="886485"/>
                  </a:cubicBezTo>
                  <a:lnTo>
                    <a:pt x="0" y="16558"/>
                  </a:lnTo>
                  <a:cubicBezTo>
                    <a:pt x="0" y="7413"/>
                    <a:pt x="7413" y="0"/>
                    <a:pt x="16558" y="0"/>
                  </a:cubicBezTo>
                  <a:close/>
                </a:path>
              </a:pathLst>
            </a:custGeom>
            <a:solidFill>
              <a:srgbClr val="FE5D4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875097" cy="931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18797" y="4872087"/>
            <a:ext cx="10227181" cy="165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0083" indent="-340041" lvl="1">
              <a:lnSpc>
                <a:spcPts val="4409"/>
              </a:lnSpc>
              <a:buFont typeface="Arial"/>
              <a:buChar char="•"/>
            </a:pPr>
            <a:r>
              <a:rPr lang="en-US" sz="3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DERET ARITMATIKA</a:t>
            </a:r>
          </a:p>
          <a:p>
            <a:pPr algn="l">
              <a:lnSpc>
                <a:spcPts val="4409"/>
              </a:lnSpc>
            </a:pPr>
            <a:r>
              <a:rPr lang="en-US" sz="3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Adalah penjumlahan dari sebuah barisan yang </a:t>
            </a:r>
          </a:p>
          <a:p>
            <a:pPr algn="l">
              <a:lnSpc>
                <a:spcPts val="4409"/>
              </a:lnSpc>
              <a:spcBef>
                <a:spcPct val="0"/>
              </a:spcBef>
            </a:pPr>
            <a:r>
              <a:rPr lang="en-US" sz="3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disimbolkan dengan (Sn)</a:t>
            </a:r>
          </a:p>
        </p:txBody>
      </p:sp>
    </p:spTree>
  </p:cSld>
  <p:clrMapOvr>
    <a:masterClrMapping/>
  </p:clrMapOvr>
  <p:transition spd="slow">
    <p:push dir="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66389">
            <a:off x="12965097" y="-751604"/>
            <a:ext cx="9764520" cy="2135989"/>
          </a:xfrm>
          <a:custGeom>
            <a:avLst/>
            <a:gdLst/>
            <a:ahLst/>
            <a:cxnLst/>
            <a:rect r="r" b="b" t="t" l="l"/>
            <a:pathLst>
              <a:path h="2135989" w="9764520">
                <a:moveTo>
                  <a:pt x="0" y="0"/>
                </a:moveTo>
                <a:lnTo>
                  <a:pt x="9764519" y="0"/>
                </a:lnTo>
                <a:lnTo>
                  <a:pt x="9764519" y="2135988"/>
                </a:lnTo>
                <a:lnTo>
                  <a:pt x="0" y="21359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166389">
            <a:off x="-2656986" y="8567122"/>
            <a:ext cx="9764520" cy="2135989"/>
          </a:xfrm>
          <a:custGeom>
            <a:avLst/>
            <a:gdLst/>
            <a:ahLst/>
            <a:cxnLst/>
            <a:rect r="r" b="b" t="t" l="l"/>
            <a:pathLst>
              <a:path h="2135989" w="9764520">
                <a:moveTo>
                  <a:pt x="0" y="0"/>
                </a:moveTo>
                <a:lnTo>
                  <a:pt x="9764520" y="0"/>
                </a:lnTo>
                <a:lnTo>
                  <a:pt x="9764520" y="2135989"/>
                </a:lnTo>
                <a:lnTo>
                  <a:pt x="0" y="21359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7915318">
            <a:off x="-2660618" y="-2937851"/>
            <a:ext cx="6288663" cy="5545458"/>
          </a:xfrm>
          <a:custGeom>
            <a:avLst/>
            <a:gdLst/>
            <a:ahLst/>
            <a:cxnLst/>
            <a:rect r="r" b="b" t="t" l="l"/>
            <a:pathLst>
              <a:path h="5545458" w="6288663">
                <a:moveTo>
                  <a:pt x="0" y="0"/>
                </a:moveTo>
                <a:lnTo>
                  <a:pt x="6288664" y="0"/>
                </a:lnTo>
                <a:lnTo>
                  <a:pt x="6288664" y="5545457"/>
                </a:lnTo>
                <a:lnTo>
                  <a:pt x="0" y="55454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7813358">
            <a:off x="15768697" y="9226962"/>
            <a:ext cx="2402168" cy="2096437"/>
          </a:xfrm>
          <a:custGeom>
            <a:avLst/>
            <a:gdLst/>
            <a:ahLst/>
            <a:cxnLst/>
            <a:rect r="r" b="b" t="t" l="l"/>
            <a:pathLst>
              <a:path h="2096437" w="2402168">
                <a:moveTo>
                  <a:pt x="0" y="0"/>
                </a:moveTo>
                <a:lnTo>
                  <a:pt x="2402168" y="0"/>
                </a:lnTo>
                <a:lnTo>
                  <a:pt x="2402168" y="2096438"/>
                </a:lnTo>
                <a:lnTo>
                  <a:pt x="0" y="20964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32257">
            <a:off x="12763355" y="9230099"/>
            <a:ext cx="1888180" cy="1524276"/>
          </a:xfrm>
          <a:custGeom>
            <a:avLst/>
            <a:gdLst/>
            <a:ahLst/>
            <a:cxnLst/>
            <a:rect r="r" b="b" t="t" l="l"/>
            <a:pathLst>
              <a:path h="1524276" w="1888180">
                <a:moveTo>
                  <a:pt x="0" y="0"/>
                </a:moveTo>
                <a:lnTo>
                  <a:pt x="1888179" y="0"/>
                </a:lnTo>
                <a:lnTo>
                  <a:pt x="1888179" y="1524276"/>
                </a:lnTo>
                <a:lnTo>
                  <a:pt x="0" y="15242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69816" y="2189457"/>
            <a:ext cx="2180851" cy="2436705"/>
          </a:xfrm>
          <a:custGeom>
            <a:avLst/>
            <a:gdLst/>
            <a:ahLst/>
            <a:cxnLst/>
            <a:rect r="r" b="b" t="t" l="l"/>
            <a:pathLst>
              <a:path h="2436705" w="2180851">
                <a:moveTo>
                  <a:pt x="0" y="0"/>
                </a:moveTo>
                <a:lnTo>
                  <a:pt x="2180851" y="0"/>
                </a:lnTo>
                <a:lnTo>
                  <a:pt x="2180851" y="2436705"/>
                </a:lnTo>
                <a:lnTo>
                  <a:pt x="0" y="2436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991146" y="5424642"/>
            <a:ext cx="8698523" cy="1987062"/>
            <a:chOff x="0" y="0"/>
            <a:chExt cx="2290969" cy="5233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0969" cy="523341"/>
            </a:xfrm>
            <a:custGeom>
              <a:avLst/>
              <a:gdLst/>
              <a:ahLst/>
              <a:cxnLst/>
              <a:rect r="r" b="b" t="t" l="l"/>
              <a:pathLst>
                <a:path h="523341" w="2290969">
                  <a:moveTo>
                    <a:pt x="45391" y="0"/>
                  </a:moveTo>
                  <a:lnTo>
                    <a:pt x="2245578" y="0"/>
                  </a:lnTo>
                  <a:cubicBezTo>
                    <a:pt x="2257616" y="0"/>
                    <a:pt x="2269162" y="4782"/>
                    <a:pt x="2277674" y="13295"/>
                  </a:cubicBezTo>
                  <a:cubicBezTo>
                    <a:pt x="2286187" y="21807"/>
                    <a:pt x="2290969" y="33353"/>
                    <a:pt x="2290969" y="45391"/>
                  </a:cubicBezTo>
                  <a:lnTo>
                    <a:pt x="2290969" y="477950"/>
                  </a:lnTo>
                  <a:cubicBezTo>
                    <a:pt x="2290969" y="503019"/>
                    <a:pt x="2270647" y="523341"/>
                    <a:pt x="2245578" y="523341"/>
                  </a:cubicBezTo>
                  <a:lnTo>
                    <a:pt x="45391" y="523341"/>
                  </a:lnTo>
                  <a:cubicBezTo>
                    <a:pt x="20322" y="523341"/>
                    <a:pt x="0" y="503019"/>
                    <a:pt x="0" y="477950"/>
                  </a:cubicBezTo>
                  <a:lnTo>
                    <a:pt x="0" y="45391"/>
                  </a:lnTo>
                  <a:cubicBezTo>
                    <a:pt x="0" y="20322"/>
                    <a:pt x="20322" y="0"/>
                    <a:pt x="45391" y="0"/>
                  </a:cubicBezTo>
                  <a:close/>
                </a:path>
              </a:pathLst>
            </a:custGeom>
            <a:solidFill>
              <a:srgbClr val="E1E1E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290969" cy="551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007144" y="5311530"/>
            <a:ext cx="6666526" cy="2213287"/>
          </a:xfrm>
          <a:custGeom>
            <a:avLst/>
            <a:gdLst/>
            <a:ahLst/>
            <a:cxnLst/>
            <a:rect r="r" b="b" t="t" l="l"/>
            <a:pathLst>
              <a:path h="2213287" w="6666526">
                <a:moveTo>
                  <a:pt x="0" y="0"/>
                </a:moveTo>
                <a:lnTo>
                  <a:pt x="6666526" y="0"/>
                </a:lnTo>
                <a:lnTo>
                  <a:pt x="6666526" y="2213287"/>
                </a:lnTo>
                <a:lnTo>
                  <a:pt x="0" y="22132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37061" y="2990783"/>
            <a:ext cx="13613877" cy="1926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4"/>
              </a:lnSpc>
            </a:pPr>
            <a:r>
              <a:rPr lang="en-US" b="true" sz="8082">
                <a:solidFill>
                  <a:srgbClr val="ECC02C"/>
                </a:solidFill>
                <a:latin typeface="Palanquin Dark Bold"/>
                <a:ea typeface="Palanquin Dark Bold"/>
                <a:cs typeface="Palanquin Dark Bold"/>
                <a:sym typeface="Palanquin Dark Bold"/>
              </a:rPr>
              <a:t>RUMUS MENENTUKAN DERET ARITMATIKA</a:t>
            </a:r>
          </a:p>
        </p:txBody>
      </p:sp>
    </p:spTree>
  </p:cSld>
  <p:clrMapOvr>
    <a:masterClrMapping/>
  </p:clrMapOvr>
  <p:transition spd="slow">
    <p:push dir="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02353" y="-733209"/>
            <a:ext cx="3516284" cy="4114800"/>
          </a:xfrm>
          <a:custGeom>
            <a:avLst/>
            <a:gdLst/>
            <a:ahLst/>
            <a:cxnLst/>
            <a:rect r="r" b="b" t="t" l="l"/>
            <a:pathLst>
              <a:path h="4114800" w="3516284">
                <a:moveTo>
                  <a:pt x="0" y="0"/>
                </a:moveTo>
                <a:lnTo>
                  <a:pt x="3516283" y="0"/>
                </a:lnTo>
                <a:lnTo>
                  <a:pt x="3516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6283706" y="-561759"/>
            <a:ext cx="4230168" cy="4114800"/>
          </a:xfrm>
          <a:custGeom>
            <a:avLst/>
            <a:gdLst/>
            <a:ahLst/>
            <a:cxnLst/>
            <a:rect r="r" b="b" t="t" l="l"/>
            <a:pathLst>
              <a:path h="4114800" w="4230168">
                <a:moveTo>
                  <a:pt x="0" y="0"/>
                </a:moveTo>
                <a:lnTo>
                  <a:pt x="4230168" y="0"/>
                </a:lnTo>
                <a:lnTo>
                  <a:pt x="42301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54025" y="9258300"/>
            <a:ext cx="7550526" cy="2519988"/>
          </a:xfrm>
          <a:custGeom>
            <a:avLst/>
            <a:gdLst/>
            <a:ahLst/>
            <a:cxnLst/>
            <a:rect r="r" b="b" t="t" l="l"/>
            <a:pathLst>
              <a:path h="2519988" w="7550526">
                <a:moveTo>
                  <a:pt x="0" y="0"/>
                </a:moveTo>
                <a:lnTo>
                  <a:pt x="7550526" y="0"/>
                </a:lnTo>
                <a:lnTo>
                  <a:pt x="7550526" y="2519988"/>
                </a:lnTo>
                <a:lnTo>
                  <a:pt x="0" y="25199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901544" y="9295611"/>
            <a:ext cx="9315954" cy="2282409"/>
          </a:xfrm>
          <a:custGeom>
            <a:avLst/>
            <a:gdLst/>
            <a:ahLst/>
            <a:cxnLst/>
            <a:rect r="r" b="b" t="t" l="l"/>
            <a:pathLst>
              <a:path h="2282409" w="9315954">
                <a:moveTo>
                  <a:pt x="0" y="0"/>
                </a:moveTo>
                <a:lnTo>
                  <a:pt x="9315955" y="0"/>
                </a:lnTo>
                <a:lnTo>
                  <a:pt x="9315955" y="2282408"/>
                </a:lnTo>
                <a:lnTo>
                  <a:pt x="0" y="22824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false" rot="0">
            <a:off x="14092972" y="9295611"/>
            <a:ext cx="4249053" cy="1880206"/>
          </a:xfrm>
          <a:custGeom>
            <a:avLst/>
            <a:gdLst/>
            <a:ahLst/>
            <a:cxnLst/>
            <a:rect r="r" b="b" t="t" l="l"/>
            <a:pathLst>
              <a:path h="1880206" w="4249053">
                <a:moveTo>
                  <a:pt x="4249053" y="0"/>
                </a:moveTo>
                <a:lnTo>
                  <a:pt x="0" y="0"/>
                </a:lnTo>
                <a:lnTo>
                  <a:pt x="0" y="1880205"/>
                </a:lnTo>
                <a:lnTo>
                  <a:pt x="4249053" y="1880205"/>
                </a:lnTo>
                <a:lnTo>
                  <a:pt x="4249053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2073438" y="914400"/>
            <a:ext cx="13951678" cy="205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07"/>
              </a:lnSpc>
            </a:pPr>
            <a:r>
              <a:rPr lang="en-US" b="true" sz="5862">
                <a:solidFill>
                  <a:srgbClr val="FF3131"/>
                </a:solidFill>
                <a:latin typeface="Palanquin Dark Bold"/>
                <a:ea typeface="Palanquin Dark Bold"/>
                <a:cs typeface="Palanquin Dark Bold"/>
                <a:sym typeface="Palanquin Dark Bold"/>
              </a:rPr>
              <a:t>CONTOH SOAL</a:t>
            </a:r>
          </a:p>
          <a:p>
            <a:pPr algn="ctr">
              <a:lnSpc>
                <a:spcPts val="8207"/>
              </a:lnSpc>
              <a:spcBef>
                <a:spcPct val="0"/>
              </a:spcBef>
            </a:pPr>
            <a:r>
              <a:rPr lang="en-US" b="true" sz="5862">
                <a:solidFill>
                  <a:srgbClr val="FF3131"/>
                </a:solidFill>
                <a:latin typeface="Palanquin Dark Bold"/>
                <a:ea typeface="Palanquin Dark Bold"/>
                <a:cs typeface="Palanquin Dark Bold"/>
                <a:sym typeface="Palanquin Dark Bold"/>
              </a:rPr>
              <a:t> DERET ARITMATIKA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91537" y="3454879"/>
            <a:ext cx="6717698" cy="2250182"/>
          </a:xfrm>
          <a:custGeom>
            <a:avLst/>
            <a:gdLst/>
            <a:ahLst/>
            <a:cxnLst/>
            <a:rect r="r" b="b" t="t" l="l"/>
            <a:pathLst>
              <a:path h="2250182" w="6717698">
                <a:moveTo>
                  <a:pt x="0" y="0"/>
                </a:moveTo>
                <a:lnTo>
                  <a:pt x="6717698" y="0"/>
                </a:lnTo>
                <a:lnTo>
                  <a:pt x="6717698" y="2250182"/>
                </a:lnTo>
                <a:lnTo>
                  <a:pt x="0" y="225018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61278" y="3713784"/>
            <a:ext cx="2135075" cy="51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6"/>
              </a:lnSpc>
              <a:spcBef>
                <a:spcPct val="0"/>
              </a:spcBef>
            </a:pPr>
            <a:r>
              <a:rPr lang="en-US" sz="3111">
                <a:solidFill>
                  <a:srgbClr val="FF3131"/>
                </a:solidFill>
                <a:latin typeface="Bike Park"/>
                <a:ea typeface="Bike Park"/>
                <a:cs typeface="Bike Park"/>
                <a:sym typeface="Bike Park"/>
              </a:rPr>
              <a:t>contoh soal :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943512" y="3443049"/>
            <a:ext cx="7363506" cy="5268776"/>
            <a:chOff x="0" y="0"/>
            <a:chExt cx="1939360" cy="13876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39360" cy="1387661"/>
            </a:xfrm>
            <a:custGeom>
              <a:avLst/>
              <a:gdLst/>
              <a:ahLst/>
              <a:cxnLst/>
              <a:rect r="r" b="b" t="t" l="l"/>
              <a:pathLst>
                <a:path h="1387661" w="1939360">
                  <a:moveTo>
                    <a:pt x="26285" y="0"/>
                  </a:moveTo>
                  <a:lnTo>
                    <a:pt x="1913075" y="0"/>
                  </a:lnTo>
                  <a:cubicBezTo>
                    <a:pt x="1927591" y="0"/>
                    <a:pt x="1939360" y="11768"/>
                    <a:pt x="1939360" y="26285"/>
                  </a:cubicBezTo>
                  <a:lnTo>
                    <a:pt x="1939360" y="1361376"/>
                  </a:lnTo>
                  <a:cubicBezTo>
                    <a:pt x="1939360" y="1368347"/>
                    <a:pt x="1936590" y="1375033"/>
                    <a:pt x="1931661" y="1379962"/>
                  </a:cubicBezTo>
                  <a:cubicBezTo>
                    <a:pt x="1926732" y="1384892"/>
                    <a:pt x="1920046" y="1387661"/>
                    <a:pt x="1913075" y="1387661"/>
                  </a:cubicBezTo>
                  <a:lnTo>
                    <a:pt x="26285" y="1387661"/>
                  </a:lnTo>
                  <a:cubicBezTo>
                    <a:pt x="19314" y="1387661"/>
                    <a:pt x="12628" y="1384892"/>
                    <a:pt x="7699" y="1379962"/>
                  </a:cubicBezTo>
                  <a:cubicBezTo>
                    <a:pt x="2769" y="1375033"/>
                    <a:pt x="0" y="1368347"/>
                    <a:pt x="0" y="1361376"/>
                  </a:cubicBezTo>
                  <a:lnTo>
                    <a:pt x="0" y="26285"/>
                  </a:lnTo>
                  <a:cubicBezTo>
                    <a:pt x="0" y="19314"/>
                    <a:pt x="2769" y="12628"/>
                    <a:pt x="7699" y="7699"/>
                  </a:cubicBezTo>
                  <a:cubicBezTo>
                    <a:pt x="12628" y="2769"/>
                    <a:pt x="19314" y="0"/>
                    <a:pt x="2628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939360" cy="1416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67312" y="3685209"/>
            <a:ext cx="6365250" cy="650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3"/>
              </a:lnSpc>
              <a:spcBef>
                <a:spcPct val="0"/>
              </a:spcBef>
            </a:pPr>
            <a:r>
              <a:rPr lang="en-US" sz="3781">
                <a:solidFill>
                  <a:srgbClr val="FF3131"/>
                </a:solidFill>
                <a:latin typeface="Bike Park"/>
                <a:ea typeface="Bike Park"/>
                <a:cs typeface="Bike Park"/>
                <a:sym typeface="Bike Park"/>
              </a:rPr>
              <a:t>langkah-langkah penyelesain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67312" y="4381794"/>
            <a:ext cx="4961047" cy="776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5"/>
              </a:lnSpc>
              <a:spcBef>
                <a:spcPct val="0"/>
              </a:spcBef>
            </a:pPr>
            <a:r>
              <a:rPr lang="en-US" b="true" sz="4539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S4 = 1 + 2 + 3 + 4 = 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61278" y="4287659"/>
            <a:ext cx="3466655" cy="102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7"/>
              </a:lnSpc>
            </a:pPr>
            <a:r>
              <a:rPr lang="en-US" sz="2998">
                <a:solidFill>
                  <a:srgbClr val="FF3131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1, 2, 3, 4, 5, ...</a:t>
            </a:r>
          </a:p>
          <a:p>
            <a:pPr algn="just">
              <a:lnSpc>
                <a:spcPts val="4197"/>
              </a:lnSpc>
              <a:spcBef>
                <a:spcPct val="0"/>
              </a:spcBef>
            </a:pPr>
            <a:r>
              <a:rPr lang="en-US" sz="2998">
                <a:solidFill>
                  <a:srgbClr val="FF3131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Tentukan S4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67312" y="5110437"/>
            <a:ext cx="5541987" cy="41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8"/>
              </a:lnSpc>
              <a:spcBef>
                <a:spcPct val="0"/>
              </a:spcBef>
            </a:pPr>
            <a:r>
              <a:rPr lang="en-US" sz="2463">
                <a:solidFill>
                  <a:srgbClr val="FF313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*bisa dicari tanpa menggunakan rumus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67312" y="5596283"/>
            <a:ext cx="7329151" cy="129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8"/>
              </a:lnSpc>
              <a:spcBef>
                <a:spcPct val="0"/>
              </a:spcBef>
            </a:pPr>
            <a:r>
              <a:rPr lang="en-US" b="true" sz="3712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Bagaimana jika menentukan S100?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67312" y="6934412"/>
            <a:ext cx="5656485" cy="158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5"/>
              </a:lnSpc>
            </a:pPr>
            <a:r>
              <a:rPr lang="en-US" sz="4539" b="true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S100 = 100/2 (1 + U100)</a:t>
            </a:r>
          </a:p>
          <a:p>
            <a:pPr algn="l">
              <a:lnSpc>
                <a:spcPts val="6355"/>
              </a:lnSpc>
              <a:spcBef>
                <a:spcPct val="0"/>
              </a:spcBef>
            </a:pPr>
            <a:r>
              <a:rPr lang="en-US" b="true" sz="4539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    = 50 x 101 = 5050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791537" y="5897191"/>
            <a:ext cx="6717698" cy="1534568"/>
            <a:chOff x="0" y="0"/>
            <a:chExt cx="2290969" cy="5233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90969" cy="523341"/>
            </a:xfrm>
            <a:custGeom>
              <a:avLst/>
              <a:gdLst/>
              <a:ahLst/>
              <a:cxnLst/>
              <a:rect r="r" b="b" t="t" l="l"/>
              <a:pathLst>
                <a:path h="523341" w="2290969">
                  <a:moveTo>
                    <a:pt x="58776" y="0"/>
                  </a:moveTo>
                  <a:lnTo>
                    <a:pt x="2232193" y="0"/>
                  </a:lnTo>
                  <a:cubicBezTo>
                    <a:pt x="2264654" y="0"/>
                    <a:pt x="2290969" y="26315"/>
                    <a:pt x="2290969" y="58776"/>
                  </a:cubicBezTo>
                  <a:lnTo>
                    <a:pt x="2290969" y="464566"/>
                  </a:lnTo>
                  <a:cubicBezTo>
                    <a:pt x="2290969" y="497026"/>
                    <a:pt x="2264654" y="523341"/>
                    <a:pt x="2232193" y="523341"/>
                  </a:cubicBezTo>
                  <a:lnTo>
                    <a:pt x="58776" y="523341"/>
                  </a:lnTo>
                  <a:cubicBezTo>
                    <a:pt x="26315" y="523341"/>
                    <a:pt x="0" y="497026"/>
                    <a:pt x="0" y="464566"/>
                  </a:cubicBezTo>
                  <a:lnTo>
                    <a:pt x="0" y="58776"/>
                  </a:lnTo>
                  <a:cubicBezTo>
                    <a:pt x="0" y="26315"/>
                    <a:pt x="26315" y="0"/>
                    <a:pt x="58776" y="0"/>
                  </a:cubicBezTo>
                  <a:close/>
                </a:path>
              </a:pathLst>
            </a:custGeom>
            <a:solidFill>
              <a:srgbClr val="E1E1E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290969" cy="551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576173" y="5809836"/>
            <a:ext cx="5148427" cy="1709278"/>
          </a:xfrm>
          <a:custGeom>
            <a:avLst/>
            <a:gdLst/>
            <a:ahLst/>
            <a:cxnLst/>
            <a:rect r="r" b="b" t="t" l="l"/>
            <a:pathLst>
              <a:path h="1709278" w="5148427">
                <a:moveTo>
                  <a:pt x="0" y="0"/>
                </a:moveTo>
                <a:lnTo>
                  <a:pt x="5148426" y="0"/>
                </a:lnTo>
                <a:lnTo>
                  <a:pt x="5148426" y="1709278"/>
                </a:lnTo>
                <a:lnTo>
                  <a:pt x="0" y="170927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d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58680" y="8375146"/>
            <a:ext cx="4230168" cy="4114800"/>
          </a:xfrm>
          <a:custGeom>
            <a:avLst/>
            <a:gdLst/>
            <a:ahLst/>
            <a:cxnLst/>
            <a:rect r="r" b="b" t="t" l="l"/>
            <a:pathLst>
              <a:path h="4114800" w="4230168">
                <a:moveTo>
                  <a:pt x="0" y="0"/>
                </a:moveTo>
                <a:lnTo>
                  <a:pt x="4230169" y="0"/>
                </a:lnTo>
                <a:lnTo>
                  <a:pt x="42301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60017" y="-1618270"/>
            <a:ext cx="4533538" cy="5293940"/>
          </a:xfrm>
          <a:custGeom>
            <a:avLst/>
            <a:gdLst/>
            <a:ahLst/>
            <a:cxnLst/>
            <a:rect r="r" b="b" t="t" l="l"/>
            <a:pathLst>
              <a:path h="5293940" w="4533538">
                <a:moveTo>
                  <a:pt x="0" y="0"/>
                </a:moveTo>
                <a:lnTo>
                  <a:pt x="4533538" y="0"/>
                </a:lnTo>
                <a:lnTo>
                  <a:pt x="4533538" y="5293940"/>
                </a:lnTo>
                <a:lnTo>
                  <a:pt x="0" y="5293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312694" y="9074257"/>
            <a:ext cx="7315200" cy="1847088"/>
          </a:xfrm>
          <a:custGeom>
            <a:avLst/>
            <a:gdLst/>
            <a:ahLst/>
            <a:cxnLst/>
            <a:rect r="r" b="b" t="t" l="l"/>
            <a:pathLst>
              <a:path h="1847088" w="7315200">
                <a:moveTo>
                  <a:pt x="7315200" y="0"/>
                </a:moveTo>
                <a:lnTo>
                  <a:pt x="0" y="0"/>
                </a:lnTo>
                <a:lnTo>
                  <a:pt x="0" y="1847088"/>
                </a:lnTo>
                <a:lnTo>
                  <a:pt x="7315200" y="184708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2387861" y="23037"/>
            <a:ext cx="5059349" cy="1618992"/>
          </a:xfrm>
          <a:custGeom>
            <a:avLst/>
            <a:gdLst/>
            <a:ahLst/>
            <a:cxnLst/>
            <a:rect r="r" b="b" t="t" l="l"/>
            <a:pathLst>
              <a:path h="1618992" w="5059349">
                <a:moveTo>
                  <a:pt x="0" y="0"/>
                </a:moveTo>
                <a:lnTo>
                  <a:pt x="5059350" y="0"/>
                </a:lnTo>
                <a:lnTo>
                  <a:pt x="5059350" y="1618992"/>
                </a:lnTo>
                <a:lnTo>
                  <a:pt x="0" y="16189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028700" y="3134891"/>
            <a:ext cx="6309089" cy="2359596"/>
            <a:chOff x="0" y="0"/>
            <a:chExt cx="1661653" cy="6214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61653" cy="621457"/>
            </a:xfrm>
            <a:custGeom>
              <a:avLst/>
              <a:gdLst/>
              <a:ahLst/>
              <a:cxnLst/>
              <a:rect r="r" b="b" t="t" l="l"/>
              <a:pathLst>
                <a:path h="621457" w="1661653">
                  <a:moveTo>
                    <a:pt x="30678" y="0"/>
                  </a:moveTo>
                  <a:lnTo>
                    <a:pt x="1630975" y="0"/>
                  </a:lnTo>
                  <a:cubicBezTo>
                    <a:pt x="1639112" y="0"/>
                    <a:pt x="1646915" y="3232"/>
                    <a:pt x="1652668" y="8985"/>
                  </a:cubicBezTo>
                  <a:cubicBezTo>
                    <a:pt x="1658421" y="14738"/>
                    <a:pt x="1661653" y="22541"/>
                    <a:pt x="1661653" y="30678"/>
                  </a:cubicBezTo>
                  <a:lnTo>
                    <a:pt x="1661653" y="590780"/>
                  </a:lnTo>
                  <a:cubicBezTo>
                    <a:pt x="1661653" y="598916"/>
                    <a:pt x="1658421" y="606719"/>
                    <a:pt x="1652668" y="612472"/>
                  </a:cubicBezTo>
                  <a:cubicBezTo>
                    <a:pt x="1646915" y="618225"/>
                    <a:pt x="1639112" y="621457"/>
                    <a:pt x="1630975" y="621457"/>
                  </a:cubicBezTo>
                  <a:lnTo>
                    <a:pt x="30678" y="621457"/>
                  </a:lnTo>
                  <a:cubicBezTo>
                    <a:pt x="22541" y="621457"/>
                    <a:pt x="14738" y="618225"/>
                    <a:pt x="8985" y="612472"/>
                  </a:cubicBezTo>
                  <a:cubicBezTo>
                    <a:pt x="3232" y="606719"/>
                    <a:pt x="0" y="598916"/>
                    <a:pt x="0" y="590780"/>
                  </a:cubicBezTo>
                  <a:lnTo>
                    <a:pt x="0" y="30678"/>
                  </a:lnTo>
                  <a:cubicBezTo>
                    <a:pt x="0" y="22541"/>
                    <a:pt x="3232" y="14738"/>
                    <a:pt x="8985" y="8985"/>
                  </a:cubicBezTo>
                  <a:cubicBezTo>
                    <a:pt x="14738" y="3232"/>
                    <a:pt x="22541" y="0"/>
                    <a:pt x="306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661653" cy="650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087293"/>
            <a:ext cx="15630681" cy="94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8"/>
              </a:lnSpc>
              <a:spcBef>
                <a:spcPct val="0"/>
              </a:spcBef>
            </a:pPr>
            <a:r>
              <a:rPr lang="en-US" b="true" sz="5563">
                <a:solidFill>
                  <a:srgbClr val="613192"/>
                </a:solidFill>
                <a:latin typeface="Palanquin Dark Bold"/>
                <a:ea typeface="Palanquin Dark Bold"/>
                <a:cs typeface="Palanquin Dark Bold"/>
                <a:sym typeface="Palanquin Dark Bold"/>
              </a:rPr>
              <a:t>CONTOH SOAL DERET ARITMATIKA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4341" y="3520482"/>
            <a:ext cx="6012267" cy="1502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3"/>
              </a:lnSpc>
            </a:pPr>
            <a:r>
              <a:rPr lang="en-US" sz="4380" b="true">
                <a:solidFill>
                  <a:srgbClr val="090505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2, 5, 8, 11, .... , 119</a:t>
            </a:r>
          </a:p>
          <a:p>
            <a:pPr algn="l">
              <a:lnSpc>
                <a:spcPts val="6133"/>
              </a:lnSpc>
            </a:pPr>
            <a:r>
              <a:rPr lang="en-US" sz="4380" b="true">
                <a:solidFill>
                  <a:srgbClr val="090505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Tentukan S40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30965" y="6204364"/>
            <a:ext cx="8726974" cy="2359596"/>
            <a:chOff x="0" y="0"/>
            <a:chExt cx="2298462" cy="6214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8462" cy="621457"/>
            </a:xfrm>
            <a:custGeom>
              <a:avLst/>
              <a:gdLst/>
              <a:ahLst/>
              <a:cxnLst/>
              <a:rect r="r" b="b" t="t" l="l"/>
              <a:pathLst>
                <a:path h="621457" w="2298462">
                  <a:moveTo>
                    <a:pt x="22178" y="0"/>
                  </a:moveTo>
                  <a:lnTo>
                    <a:pt x="2276284" y="0"/>
                  </a:lnTo>
                  <a:cubicBezTo>
                    <a:pt x="2282166" y="0"/>
                    <a:pt x="2287807" y="2337"/>
                    <a:pt x="2291966" y="6496"/>
                  </a:cubicBezTo>
                  <a:cubicBezTo>
                    <a:pt x="2296126" y="10655"/>
                    <a:pt x="2298462" y="16296"/>
                    <a:pt x="2298462" y="22178"/>
                  </a:cubicBezTo>
                  <a:lnTo>
                    <a:pt x="2298462" y="599279"/>
                  </a:lnTo>
                  <a:cubicBezTo>
                    <a:pt x="2298462" y="611528"/>
                    <a:pt x="2288533" y="621457"/>
                    <a:pt x="2276284" y="621457"/>
                  </a:cubicBezTo>
                  <a:lnTo>
                    <a:pt x="22178" y="621457"/>
                  </a:lnTo>
                  <a:cubicBezTo>
                    <a:pt x="16296" y="621457"/>
                    <a:pt x="10655" y="619121"/>
                    <a:pt x="6496" y="614961"/>
                  </a:cubicBezTo>
                  <a:cubicBezTo>
                    <a:pt x="2337" y="610802"/>
                    <a:pt x="0" y="605161"/>
                    <a:pt x="0" y="599279"/>
                  </a:cubicBezTo>
                  <a:lnTo>
                    <a:pt x="0" y="22178"/>
                  </a:lnTo>
                  <a:cubicBezTo>
                    <a:pt x="0" y="16296"/>
                    <a:pt x="2337" y="10655"/>
                    <a:pt x="6496" y="6496"/>
                  </a:cubicBezTo>
                  <a:cubicBezTo>
                    <a:pt x="10655" y="2337"/>
                    <a:pt x="16296" y="0"/>
                    <a:pt x="221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298462" cy="650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Betm rounded"/>
                  <a:ea typeface="Betm rounded"/>
                  <a:cs typeface="Betm rounded"/>
                  <a:sym typeface="Betm rounded"/>
                </a:rPr>
                <a:t>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688909" y="6779184"/>
            <a:ext cx="8011086" cy="11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2238" b="true">
                <a:solidFill>
                  <a:srgbClr val="090505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Notes : Ingat ya teman-teman kuncinya adalah cari terlebih dahulu nilai (Un), gampang kokkkkkkkk silahkan dicoba yaaaaaaa teman-teman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5646560"/>
            <a:ext cx="6309089" cy="2359596"/>
            <a:chOff x="0" y="0"/>
            <a:chExt cx="1661653" cy="62145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61653" cy="621457"/>
            </a:xfrm>
            <a:custGeom>
              <a:avLst/>
              <a:gdLst/>
              <a:ahLst/>
              <a:cxnLst/>
              <a:rect r="r" b="b" t="t" l="l"/>
              <a:pathLst>
                <a:path h="621457" w="1661653">
                  <a:moveTo>
                    <a:pt x="30678" y="0"/>
                  </a:moveTo>
                  <a:lnTo>
                    <a:pt x="1630975" y="0"/>
                  </a:lnTo>
                  <a:cubicBezTo>
                    <a:pt x="1639112" y="0"/>
                    <a:pt x="1646915" y="3232"/>
                    <a:pt x="1652668" y="8985"/>
                  </a:cubicBezTo>
                  <a:cubicBezTo>
                    <a:pt x="1658421" y="14738"/>
                    <a:pt x="1661653" y="22541"/>
                    <a:pt x="1661653" y="30678"/>
                  </a:cubicBezTo>
                  <a:lnTo>
                    <a:pt x="1661653" y="590780"/>
                  </a:lnTo>
                  <a:cubicBezTo>
                    <a:pt x="1661653" y="598916"/>
                    <a:pt x="1658421" y="606719"/>
                    <a:pt x="1652668" y="612472"/>
                  </a:cubicBezTo>
                  <a:cubicBezTo>
                    <a:pt x="1646915" y="618225"/>
                    <a:pt x="1639112" y="621457"/>
                    <a:pt x="1630975" y="621457"/>
                  </a:cubicBezTo>
                  <a:lnTo>
                    <a:pt x="30678" y="621457"/>
                  </a:lnTo>
                  <a:cubicBezTo>
                    <a:pt x="22541" y="621457"/>
                    <a:pt x="14738" y="618225"/>
                    <a:pt x="8985" y="612472"/>
                  </a:cubicBezTo>
                  <a:cubicBezTo>
                    <a:pt x="3232" y="606719"/>
                    <a:pt x="0" y="598916"/>
                    <a:pt x="0" y="590780"/>
                  </a:cubicBezTo>
                  <a:lnTo>
                    <a:pt x="0" y="30678"/>
                  </a:lnTo>
                  <a:cubicBezTo>
                    <a:pt x="0" y="22541"/>
                    <a:pt x="3232" y="14738"/>
                    <a:pt x="8985" y="8985"/>
                  </a:cubicBezTo>
                  <a:cubicBezTo>
                    <a:pt x="14738" y="3232"/>
                    <a:pt x="22541" y="0"/>
                    <a:pt x="306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661653" cy="650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07803" y="6137323"/>
            <a:ext cx="5783448" cy="131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7"/>
              </a:lnSpc>
            </a:pPr>
            <a:r>
              <a:rPr lang="en-US" sz="3848" b="true">
                <a:solidFill>
                  <a:srgbClr val="090505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Diketahui U3 = 24 dan U6 = 36. tentukan S16?</a:t>
            </a:r>
          </a:p>
        </p:txBody>
      </p:sp>
    </p:spTree>
  </p:cSld>
  <p:clrMapOvr>
    <a:masterClrMapping/>
  </p:clrMapOvr>
  <p:transition spd="slow">
    <p:push dir="d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3004" y="4454489"/>
            <a:ext cx="2945712" cy="3888729"/>
          </a:xfrm>
          <a:custGeom>
            <a:avLst/>
            <a:gdLst/>
            <a:ahLst/>
            <a:cxnLst/>
            <a:rect r="r" b="b" t="t" l="l"/>
            <a:pathLst>
              <a:path h="3888729" w="2945712">
                <a:moveTo>
                  <a:pt x="2945712" y="0"/>
                </a:moveTo>
                <a:lnTo>
                  <a:pt x="0" y="0"/>
                </a:lnTo>
                <a:lnTo>
                  <a:pt x="0" y="3888728"/>
                </a:lnTo>
                <a:lnTo>
                  <a:pt x="2945712" y="3888728"/>
                </a:lnTo>
                <a:lnTo>
                  <a:pt x="29457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869022">
            <a:off x="-1813784" y="-1569234"/>
            <a:ext cx="6379773" cy="4941424"/>
          </a:xfrm>
          <a:custGeom>
            <a:avLst/>
            <a:gdLst/>
            <a:ahLst/>
            <a:cxnLst/>
            <a:rect r="r" b="b" t="t" l="l"/>
            <a:pathLst>
              <a:path h="4941424" w="6379773">
                <a:moveTo>
                  <a:pt x="0" y="0"/>
                </a:moveTo>
                <a:lnTo>
                  <a:pt x="6379773" y="0"/>
                </a:lnTo>
                <a:lnTo>
                  <a:pt x="6379773" y="4941424"/>
                </a:lnTo>
                <a:lnTo>
                  <a:pt x="0" y="49414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35733" y="9141682"/>
            <a:ext cx="5219396" cy="3074699"/>
          </a:xfrm>
          <a:custGeom>
            <a:avLst/>
            <a:gdLst/>
            <a:ahLst/>
            <a:cxnLst/>
            <a:rect r="r" b="b" t="t" l="l"/>
            <a:pathLst>
              <a:path h="3074699" w="5219396">
                <a:moveTo>
                  <a:pt x="0" y="0"/>
                </a:moveTo>
                <a:lnTo>
                  <a:pt x="5219396" y="0"/>
                </a:lnTo>
                <a:lnTo>
                  <a:pt x="5219396" y="3074699"/>
                </a:lnTo>
                <a:lnTo>
                  <a:pt x="0" y="30746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303078" y="9258300"/>
            <a:ext cx="9764520" cy="2135989"/>
          </a:xfrm>
          <a:custGeom>
            <a:avLst/>
            <a:gdLst/>
            <a:ahLst/>
            <a:cxnLst/>
            <a:rect r="r" b="b" t="t" l="l"/>
            <a:pathLst>
              <a:path h="2135989" w="9764520">
                <a:moveTo>
                  <a:pt x="0" y="0"/>
                </a:moveTo>
                <a:lnTo>
                  <a:pt x="9764519" y="0"/>
                </a:lnTo>
                <a:lnTo>
                  <a:pt x="9764519" y="2135989"/>
                </a:lnTo>
                <a:lnTo>
                  <a:pt x="0" y="21359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5036415" y="-39294"/>
            <a:ext cx="9764520" cy="2135989"/>
          </a:xfrm>
          <a:custGeom>
            <a:avLst/>
            <a:gdLst/>
            <a:ahLst/>
            <a:cxnLst/>
            <a:rect r="r" b="b" t="t" l="l"/>
            <a:pathLst>
              <a:path h="2135989" w="9764520">
                <a:moveTo>
                  <a:pt x="0" y="0"/>
                </a:moveTo>
                <a:lnTo>
                  <a:pt x="9764520" y="0"/>
                </a:lnTo>
                <a:lnTo>
                  <a:pt x="9764520" y="2135988"/>
                </a:lnTo>
                <a:lnTo>
                  <a:pt x="0" y="21359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3245944" y="1524988"/>
            <a:ext cx="11772887" cy="1843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45"/>
              </a:lnSpc>
              <a:spcBef>
                <a:spcPct val="0"/>
              </a:spcBef>
            </a:pPr>
            <a:r>
              <a:rPr lang="en-US" b="true" sz="10746">
                <a:solidFill>
                  <a:srgbClr val="FF3131"/>
                </a:solidFill>
                <a:latin typeface="Palanquin Dark Bold"/>
                <a:ea typeface="Palanquin Dark Bold"/>
                <a:cs typeface="Palanquin Dark Bold"/>
                <a:sym typeface="Palanquin Dark Bold"/>
              </a:rPr>
              <a:t>KESIMPULAN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421897" y="4175089"/>
            <a:ext cx="11689281" cy="3671502"/>
            <a:chOff x="0" y="0"/>
            <a:chExt cx="2875097" cy="9030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75097" cy="903043"/>
            </a:xfrm>
            <a:custGeom>
              <a:avLst/>
              <a:gdLst/>
              <a:ahLst/>
              <a:cxnLst/>
              <a:rect r="r" b="b" t="t" l="l"/>
              <a:pathLst>
                <a:path h="903043" w="2875097">
                  <a:moveTo>
                    <a:pt x="16558" y="0"/>
                  </a:moveTo>
                  <a:lnTo>
                    <a:pt x="2858539" y="0"/>
                  </a:lnTo>
                  <a:cubicBezTo>
                    <a:pt x="2867683" y="0"/>
                    <a:pt x="2875097" y="7413"/>
                    <a:pt x="2875097" y="16558"/>
                  </a:cubicBezTo>
                  <a:lnTo>
                    <a:pt x="2875097" y="886485"/>
                  </a:lnTo>
                  <a:cubicBezTo>
                    <a:pt x="2875097" y="890877"/>
                    <a:pt x="2873352" y="895088"/>
                    <a:pt x="2870247" y="898193"/>
                  </a:cubicBezTo>
                  <a:cubicBezTo>
                    <a:pt x="2867142" y="901298"/>
                    <a:pt x="2862930" y="903043"/>
                    <a:pt x="2858539" y="903043"/>
                  </a:cubicBezTo>
                  <a:lnTo>
                    <a:pt x="16558" y="903043"/>
                  </a:lnTo>
                  <a:cubicBezTo>
                    <a:pt x="7413" y="903043"/>
                    <a:pt x="0" y="895630"/>
                    <a:pt x="0" y="886485"/>
                  </a:cubicBezTo>
                  <a:lnTo>
                    <a:pt x="0" y="16558"/>
                  </a:lnTo>
                  <a:cubicBezTo>
                    <a:pt x="0" y="7413"/>
                    <a:pt x="7413" y="0"/>
                    <a:pt x="1655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875097" cy="931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421897" y="3961630"/>
            <a:ext cx="11689281" cy="3671502"/>
            <a:chOff x="0" y="0"/>
            <a:chExt cx="2875097" cy="9030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75097" cy="903043"/>
            </a:xfrm>
            <a:custGeom>
              <a:avLst/>
              <a:gdLst/>
              <a:ahLst/>
              <a:cxnLst/>
              <a:rect r="r" b="b" t="t" l="l"/>
              <a:pathLst>
                <a:path h="903043" w="2875097">
                  <a:moveTo>
                    <a:pt x="16558" y="0"/>
                  </a:moveTo>
                  <a:lnTo>
                    <a:pt x="2858539" y="0"/>
                  </a:lnTo>
                  <a:cubicBezTo>
                    <a:pt x="2867683" y="0"/>
                    <a:pt x="2875097" y="7413"/>
                    <a:pt x="2875097" y="16558"/>
                  </a:cubicBezTo>
                  <a:lnTo>
                    <a:pt x="2875097" y="886485"/>
                  </a:lnTo>
                  <a:cubicBezTo>
                    <a:pt x="2875097" y="890877"/>
                    <a:pt x="2873352" y="895088"/>
                    <a:pt x="2870247" y="898193"/>
                  </a:cubicBezTo>
                  <a:cubicBezTo>
                    <a:pt x="2867142" y="901298"/>
                    <a:pt x="2862930" y="903043"/>
                    <a:pt x="2858539" y="903043"/>
                  </a:cubicBezTo>
                  <a:lnTo>
                    <a:pt x="16558" y="903043"/>
                  </a:lnTo>
                  <a:cubicBezTo>
                    <a:pt x="7413" y="903043"/>
                    <a:pt x="0" y="895630"/>
                    <a:pt x="0" y="886485"/>
                  </a:cubicBezTo>
                  <a:lnTo>
                    <a:pt x="0" y="16558"/>
                  </a:lnTo>
                  <a:cubicBezTo>
                    <a:pt x="0" y="7413"/>
                    <a:pt x="7413" y="0"/>
                    <a:pt x="16558" y="0"/>
                  </a:cubicBezTo>
                  <a:close/>
                </a:path>
              </a:pathLst>
            </a:custGeom>
            <a:solidFill>
              <a:srgbClr val="FE5D4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875097" cy="931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18797" y="4872087"/>
            <a:ext cx="10227181" cy="165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0083" indent="-340041" lvl="1">
              <a:lnSpc>
                <a:spcPts val="4409"/>
              </a:lnSpc>
              <a:buFont typeface="Arial"/>
              <a:buChar char="•"/>
            </a:pPr>
            <a:r>
              <a:rPr lang="en-US" sz="3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DERET ARITMATIKA</a:t>
            </a:r>
          </a:p>
          <a:p>
            <a:pPr algn="l">
              <a:lnSpc>
                <a:spcPts val="4409"/>
              </a:lnSpc>
            </a:pPr>
            <a:r>
              <a:rPr lang="en-US" sz="3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Adalah penjumlahan dari sebuah barisan yang </a:t>
            </a:r>
          </a:p>
          <a:p>
            <a:pPr algn="l">
              <a:lnSpc>
                <a:spcPts val="4409"/>
              </a:lnSpc>
              <a:spcBef>
                <a:spcPct val="0"/>
              </a:spcBef>
            </a:pPr>
            <a:r>
              <a:rPr lang="en-US" sz="3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disimbolkan dengan (Sn)</a:t>
            </a:r>
          </a:p>
        </p:txBody>
      </p:sp>
    </p:spTree>
  </p:cSld>
  <p:clrMapOvr>
    <a:masterClrMapping/>
  </p:clrMapOvr>
  <p:transition spd="slow">
    <p:push dir="d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5884" y="5789254"/>
            <a:ext cx="5556364" cy="4899703"/>
          </a:xfrm>
          <a:custGeom>
            <a:avLst/>
            <a:gdLst/>
            <a:ahLst/>
            <a:cxnLst/>
            <a:rect r="r" b="b" t="t" l="l"/>
            <a:pathLst>
              <a:path h="4899703" w="5556364">
                <a:moveTo>
                  <a:pt x="0" y="0"/>
                </a:moveTo>
                <a:lnTo>
                  <a:pt x="5556364" y="0"/>
                </a:lnTo>
                <a:lnTo>
                  <a:pt x="5556364" y="4899704"/>
                </a:lnTo>
                <a:lnTo>
                  <a:pt x="0" y="48997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13680710" y="-711344"/>
            <a:ext cx="5241789" cy="4908221"/>
          </a:xfrm>
          <a:custGeom>
            <a:avLst/>
            <a:gdLst/>
            <a:ahLst/>
            <a:cxnLst/>
            <a:rect r="r" b="b" t="t" l="l"/>
            <a:pathLst>
              <a:path h="4908221" w="5241789">
                <a:moveTo>
                  <a:pt x="5241789" y="0"/>
                </a:moveTo>
                <a:lnTo>
                  <a:pt x="0" y="0"/>
                </a:lnTo>
                <a:lnTo>
                  <a:pt x="0" y="4908221"/>
                </a:lnTo>
                <a:lnTo>
                  <a:pt x="5241789" y="4908221"/>
                </a:lnTo>
                <a:lnTo>
                  <a:pt x="524178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25795" y="-928652"/>
            <a:ext cx="9769795" cy="2393600"/>
          </a:xfrm>
          <a:custGeom>
            <a:avLst/>
            <a:gdLst/>
            <a:ahLst/>
            <a:cxnLst/>
            <a:rect r="r" b="b" t="t" l="l"/>
            <a:pathLst>
              <a:path h="2393600" w="9769795">
                <a:moveTo>
                  <a:pt x="0" y="0"/>
                </a:moveTo>
                <a:lnTo>
                  <a:pt x="9769795" y="0"/>
                </a:lnTo>
                <a:lnTo>
                  <a:pt x="9769795" y="2393600"/>
                </a:lnTo>
                <a:lnTo>
                  <a:pt x="0" y="23936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268397" y="9258300"/>
            <a:ext cx="9764520" cy="2135989"/>
          </a:xfrm>
          <a:custGeom>
            <a:avLst/>
            <a:gdLst/>
            <a:ahLst/>
            <a:cxnLst/>
            <a:rect r="r" b="b" t="t" l="l"/>
            <a:pathLst>
              <a:path h="2135989" w="9764520">
                <a:moveTo>
                  <a:pt x="0" y="0"/>
                </a:moveTo>
                <a:lnTo>
                  <a:pt x="9764520" y="0"/>
                </a:lnTo>
                <a:lnTo>
                  <a:pt x="9764520" y="2135989"/>
                </a:lnTo>
                <a:lnTo>
                  <a:pt x="0" y="21359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713859">
            <a:off x="14172500" y="6321856"/>
            <a:ext cx="1971682" cy="1732615"/>
          </a:xfrm>
          <a:custGeom>
            <a:avLst/>
            <a:gdLst/>
            <a:ahLst/>
            <a:cxnLst/>
            <a:rect r="r" b="b" t="t" l="l"/>
            <a:pathLst>
              <a:path h="1732615" w="1971682">
                <a:moveTo>
                  <a:pt x="0" y="0"/>
                </a:moveTo>
                <a:lnTo>
                  <a:pt x="1971681" y="0"/>
                </a:lnTo>
                <a:lnTo>
                  <a:pt x="1971681" y="1732615"/>
                </a:lnTo>
                <a:lnTo>
                  <a:pt x="0" y="17326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61849">
            <a:off x="2167465" y="2999258"/>
            <a:ext cx="2336160" cy="1255686"/>
          </a:xfrm>
          <a:custGeom>
            <a:avLst/>
            <a:gdLst/>
            <a:ahLst/>
            <a:cxnLst/>
            <a:rect r="r" b="b" t="t" l="l"/>
            <a:pathLst>
              <a:path h="1255686" w="2336160">
                <a:moveTo>
                  <a:pt x="0" y="0"/>
                </a:moveTo>
                <a:lnTo>
                  <a:pt x="2336161" y="0"/>
                </a:lnTo>
                <a:lnTo>
                  <a:pt x="2336161" y="1255686"/>
                </a:lnTo>
                <a:lnTo>
                  <a:pt x="0" y="12556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77721" y="2564259"/>
            <a:ext cx="7332559" cy="234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45"/>
              </a:lnSpc>
              <a:spcBef>
                <a:spcPct val="0"/>
              </a:spcBef>
            </a:pPr>
            <a:r>
              <a:rPr lang="en-US" b="true" sz="13747">
                <a:solidFill>
                  <a:srgbClr val="613192"/>
                </a:solidFill>
                <a:latin typeface="Palanquin Dark Bold"/>
                <a:ea typeface="Palanquin Dark Bold"/>
                <a:cs typeface="Palanquin Dark Bold"/>
                <a:sym typeface="Palanquin Dark Bold"/>
              </a:rPr>
              <a:t>TERIMA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77721" y="4654633"/>
            <a:ext cx="7332559" cy="234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45"/>
              </a:lnSpc>
              <a:spcBef>
                <a:spcPct val="0"/>
              </a:spcBef>
            </a:pPr>
            <a:r>
              <a:rPr lang="en-US" b="true" sz="13747">
                <a:solidFill>
                  <a:srgbClr val="613192"/>
                </a:solidFill>
                <a:latin typeface="Palanquin Dark Bold"/>
                <a:ea typeface="Palanquin Dark Bold"/>
                <a:cs typeface="Palanquin Dark Bold"/>
                <a:sym typeface="Palanquin Dark Bold"/>
              </a:rPr>
              <a:t>KASIH</a:t>
            </a:r>
          </a:p>
        </p:txBody>
      </p:sp>
    </p:spTree>
  </p:cSld>
  <p:clrMapOvr>
    <a:masterClrMapping/>
  </p:clrMapOvr>
  <p:transition spd="slow">
    <p:push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DAHWfp4yGc8</dc:identifier>
  <dcterms:modified xsi:type="dcterms:W3CDTF">2011-08-01T06:04:30Z</dcterms:modified>
  <cp:revision>1</cp:revision>
  <dc:title>Barisan dan Deret | Kelompok 11</dc:title>
</cp:coreProperties>
</file>